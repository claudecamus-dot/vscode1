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19"/>
  </p:notesMasterIdLst>
  <p:sldIdLst>
    <p:sldId id="256" r:id="rId2"/>
    <p:sldId id="259" r:id="rId3"/>
    <p:sldId id="260" r:id="rId4"/>
    <p:sldId id="285" r:id="rId36"/>
    <p:sldId id="261" r:id="rId5"/>
    <p:sldId id="286" r:id="rId37"/>
    <p:sldId id="287" r:id="rId38"/>
    <p:sldId id="262" r:id="rId6"/>
    <p:sldId id="288" r:id="rId39"/>
    <p:sldId id="289" r:id="rId40"/>
    <p:sldId id="263" r:id="rId7"/>
    <p:sldId id="290" r:id="rId41"/>
    <p:sldId id="291" r:id="rId42"/>
    <p:sldId id="292" r:id="rId43"/>
    <p:sldId id="284" r:id="rId8"/>
    <p:sldId id="293" r:id="rId44"/>
    <p:sldId id="270" r:id="rId9"/>
    <p:sldId id="271" r:id="rId10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20"/>
      <p:bold r:id="rId21"/>
      <p:italic r:id="rId22"/>
      <p:boldItalic r:id="rId23"/>
    </p:embeddedFont>
    <p:embeddedFont>
      <p:font typeface="Outfit" panose="020B0604020202020204" charset="0"/>
      <p:regular r:id="rId24"/>
      <p:bold r:id="rId25"/>
    </p:embeddedFont>
    <p:embeddedFont>
      <p:font typeface="Outfit Light" panose="020B0604020202020204" charset="0"/>
      <p:regular r:id="rId26"/>
      <p:bold r:id="rId27"/>
    </p:embeddedFont>
    <p:embeddedFont>
      <p:font typeface="Outfit Medium" panose="020B0604020202020204" charset="0"/>
      <p:regular r:id="rId28"/>
      <p:bold r:id="rId29"/>
    </p:embeddedFont>
    <p:embeddedFont>
      <p:font typeface="Outfit SemiBold" panose="020B0604020202020204" charset="0"/>
      <p:regular r:id="rId30"/>
      <p:bold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56"/>
      </p:cViewPr>
      <p:guideLst>
        <p:guide orient="horz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font" Target="fonts/font1.fntdata"/><Relationship Id="rId21" Type="http://schemas.openxmlformats.org/officeDocument/2006/relationships/font" Target="fonts/font2.fntdata"/><Relationship Id="rId22" Type="http://schemas.openxmlformats.org/officeDocument/2006/relationships/font" Target="fonts/font3.fntdata"/><Relationship Id="rId23" Type="http://schemas.openxmlformats.org/officeDocument/2006/relationships/font" Target="fonts/font4.fntdata"/><Relationship Id="rId24" Type="http://schemas.openxmlformats.org/officeDocument/2006/relationships/font" Target="fonts/font5.fntdata"/><Relationship Id="rId25" Type="http://schemas.openxmlformats.org/officeDocument/2006/relationships/font" Target="fonts/font6.fntdata"/><Relationship Id="rId26" Type="http://schemas.openxmlformats.org/officeDocument/2006/relationships/font" Target="fonts/font7.fntdata"/><Relationship Id="rId27" Type="http://schemas.openxmlformats.org/officeDocument/2006/relationships/font" Target="fonts/font8.fntdata"/><Relationship Id="rId28" Type="http://schemas.openxmlformats.org/officeDocument/2006/relationships/font" Target="fonts/font9.fntdata"/><Relationship Id="rId29" Type="http://schemas.openxmlformats.org/officeDocument/2006/relationships/font" Target="fonts/font10.fntdata"/><Relationship Id="rId30" Type="http://schemas.openxmlformats.org/officeDocument/2006/relationships/font" Target="fonts/font11.fntdata"/><Relationship Id="rId31" Type="http://schemas.openxmlformats.org/officeDocument/2006/relationships/font" Target="fonts/font12.fntdata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openxmlformats.org/officeDocument/2006/relationships/slide" Target="slides/slide18.xml"/><Relationship Id="rId37" Type="http://schemas.openxmlformats.org/officeDocument/2006/relationships/slide" Target="slides/slide19.xml"/><Relationship Id="rId38" Type="http://schemas.openxmlformats.org/officeDocument/2006/relationships/slide" Target="slides/slide20.xml"/><Relationship Id="rId39" Type="http://schemas.openxmlformats.org/officeDocument/2006/relationships/slide" Target="slides/slide21.xml"/><Relationship Id="rId40" Type="http://schemas.openxmlformats.org/officeDocument/2006/relationships/slide" Target="slides/slide22.xml"/><Relationship Id="rId41" Type="http://schemas.openxmlformats.org/officeDocument/2006/relationships/slide" Target="slides/slide23.xml"/><Relationship Id="rId42" Type="http://schemas.openxmlformats.org/officeDocument/2006/relationships/slide" Target="slides/slide24.xml"/><Relationship Id="rId43" Type="http://schemas.openxmlformats.org/officeDocument/2006/relationships/slide" Target="slides/slide25.xml"/><Relationship Id="rId44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entury Gothic"/>
              <a:buChar char="๏"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entury Gothic"/>
              <a:buChar char="&gt;"/>
              <a:defRPr sz="1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Century Gothic"/>
              <a:buChar char="+"/>
              <a:defRPr sz="1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Courier New"/>
              <a:buChar char="o"/>
              <a:defRPr sz="9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Century Gothic"/>
              <a:buChar char="○"/>
              <a:defRPr sz="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00"/>
              <a:buFont typeface="Century Gothic"/>
              <a:buChar char="○"/>
              <a:defRPr sz="7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266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sz="6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266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sz="6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266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sz="600" b="0" i="0" u="none" strike="noStrike" cap="none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2ac55f3490c_0_8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2ac55f3490c_0_8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Template de couverture pour pouvoir changer la photo de fond hors catalogue de photo de couverture OCTO </a:t>
            </a:r>
            <a:br>
              <a:rPr lang="en-US" b="1"/>
            </a:br>
            <a:r>
              <a:rPr lang="en-US" sz="1600" b="1"/>
              <a:t>TUTO :</a:t>
            </a:r>
            <a:br>
              <a:rPr lang="en-US" sz="1000"/>
            </a:br>
            <a:r>
              <a:rPr lang="en-US" sz="1000"/>
              <a:t>&gt; Cliquez sur l’image fond de la couverture (cela va sélectionner le filtre bleu)</a:t>
            </a:r>
            <a:br>
              <a:rPr lang="en-US" sz="1000"/>
            </a:br>
            <a:r>
              <a:rPr lang="en-US" sz="1000"/>
              <a:t>&gt; Décalez le filtre bleu sur la droite à l’aide des flèches de votre clavier (pour permettre l’accès à la photo en arrière plan)</a:t>
            </a:r>
            <a:br>
              <a:rPr lang="en-US" sz="1000"/>
            </a:br>
            <a:r>
              <a:rPr lang="en-US" sz="1000"/>
              <a:t>&gt; Cliquez sur la photo en arrière plan </a:t>
            </a:r>
            <a:br>
              <a:rPr lang="en-US" sz="1000"/>
            </a:br>
            <a:r>
              <a:rPr lang="en-US" sz="1000"/>
              <a:t>&gt; Cliquez sur remplacer l’image et importez la photo de votre choix </a:t>
            </a:r>
            <a:br>
              <a:rPr lang="en-US" sz="1000"/>
            </a:br>
            <a:r>
              <a:rPr lang="en-US" sz="1000"/>
              <a:t>&gt; Cliquez sur le filtre bleu et remettez-le en place à l’aide des flèches de votres clavier.</a:t>
            </a:r>
            <a:br>
              <a:rPr lang="en-US" sz="1000"/>
            </a:br>
            <a:br>
              <a:rPr lang="en-US" sz="1000"/>
            </a:br>
            <a:r>
              <a:rPr lang="en-US" sz="1000"/>
              <a:t>Bravo le tour est joué ! :)</a:t>
            </a:r>
            <a:br>
              <a:rPr lang="en-US" sz="1000"/>
            </a:br>
            <a:endParaRPr sz="10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SLIDES_API143262596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SLIDES_API143262596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2ac55f3490c_0_9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7" name="Google Shape;647;g2ac55f3490c_0_9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3f01dfc4c0c_1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4" name="Google Shape;654;g3f01dfc4c0c_1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f01dfc4c0c_1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1" name="Google Shape;661;g3f01dfc4c0c_1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f01dfc4c0c_1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8" name="Google Shape;668;g3f01dfc4c0c_1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6">
          <a:extLst>
            <a:ext uri="{FF2B5EF4-FFF2-40B4-BE49-F238E27FC236}">
              <a16:creationId xmlns:a16="http://schemas.microsoft.com/office/drawing/2014/main" id="{0598CA00-323D-8E0C-E757-BC02FF3B9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f01dfc4c0c_1_15:notes">
            <a:extLst>
              <a:ext uri="{FF2B5EF4-FFF2-40B4-BE49-F238E27FC236}">
                <a16:creationId xmlns:a16="http://schemas.microsoft.com/office/drawing/2014/main" id="{FA3BCC7D-9187-F933-86A9-4C9D83E2B2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8" name="Google Shape;668;g3f01dfc4c0c_1_15:notes">
            <a:extLst>
              <a:ext uri="{FF2B5EF4-FFF2-40B4-BE49-F238E27FC236}">
                <a16:creationId xmlns:a16="http://schemas.microsoft.com/office/drawing/2014/main" id="{534018B9-7378-B177-BDB0-FD077F4673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92928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3f01dfc4c0c_1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0" name="Google Shape;790;g3f01dfc4c0c_1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g2ac55f3490c_0_9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7" name="Google Shape;797;g2ac55f3490c_0_9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2ac55f3490c_0_9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8" name="Google Shape;808;g2ac55f3490c_0_9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2ac55f3490c_0_9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5" name="Google Shape;815;g2ac55f3490c_0_9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2ac55f3490c_0_9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2" name="Google Shape;822;g2ac55f3490c_0_9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2ac55f3490c_0_9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0" name="Google Shape;830;g2ac55f3490c_0_9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2ac55f3490c_0_9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" name="Google Shape;838;g2ac55f3490c_0_9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2da166e3558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4" name="Google Shape;844;g2da166e3558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2ac55f3490c_0_9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2ac55f3490c_0_9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2ac55f3490c_0_9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7" name="Google Shape;857;g2ac55f3490c_0_9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06 - Slide vide">
  <p:cSld name="06 - Slide vide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oogle Shape;19;p2"/>
          <p:cNvGrpSpPr/>
          <p:nvPr/>
        </p:nvGrpSpPr>
        <p:grpSpPr>
          <a:xfrm>
            <a:off x="276301" y="292130"/>
            <a:ext cx="170063" cy="166438"/>
            <a:chOff x="6838242" y="518225"/>
            <a:chExt cx="1247708" cy="1221114"/>
          </a:xfrm>
        </p:grpSpPr>
        <p:sp>
          <p:nvSpPr>
            <p:cNvPr id="20" name="Google Shape;20;p2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3" name="Google Shape;23;p2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24" name="Google Shape;24;p2"/>
          <p:cNvCxnSpPr>
            <a:stCxn id="25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2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27" name="Google Shape;27;p2"/>
          <p:cNvCxnSpPr>
            <a:endCxn id="26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" name="Google Shape;28;p2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5" name="Google Shape;25;p2"/>
          <p:cNvSpPr/>
          <p:nvPr/>
        </p:nvSpPr>
        <p:spPr>
          <a:xfrm rot="-5400000" flipH="1">
            <a:off x="85752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29" name="Google Shape;29;p2"/>
          <p:cNvCxnSpPr>
            <a:stCxn id="28" idx="2"/>
            <a:endCxn id="26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" name="Google Shape;30;p2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 - Titre, sous-titre et contenu">
  <p:cSld name="01 - Titre, sous-titre et contenu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 txBox="1">
            <a:spLocks noGrp="1"/>
          </p:cNvSpPr>
          <p:nvPr>
            <p:ph type="body" idx="1"/>
          </p:nvPr>
        </p:nvSpPr>
        <p:spPr>
          <a:xfrm>
            <a:off x="562825" y="1273150"/>
            <a:ext cx="7957800" cy="35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subTitle" idx="2"/>
          </p:nvPr>
        </p:nvSpPr>
        <p:spPr>
          <a:xfrm>
            <a:off x="567950" y="773825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4" name="Google Shape;34;p3"/>
          <p:cNvSpPr txBox="1">
            <a:spLocks noGrp="1"/>
          </p:cNvSpPr>
          <p:nvPr>
            <p:ph type="title"/>
          </p:nvPr>
        </p:nvSpPr>
        <p:spPr>
          <a:xfrm>
            <a:off x="562825" y="361400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50 - Chapitre [1]">
  <p:cSld name="50 - Chapitre [1]">
    <p:bg>
      <p:bgPr>
        <a:solidFill>
          <a:schemeClr val="lt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/>
          <p:nvPr/>
        </p:nvSpPr>
        <p:spPr>
          <a:xfrm>
            <a:off x="1396875" y="1659950"/>
            <a:ext cx="2560500" cy="2560500"/>
          </a:xfrm>
          <a:prstGeom prst="teardrop">
            <a:avLst>
              <a:gd name="adj" fmla="val 10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3457625" y="1226750"/>
            <a:ext cx="499500" cy="433200"/>
          </a:xfrm>
          <a:prstGeom prst="round1Rect">
            <a:avLst>
              <a:gd name="adj" fmla="val 50000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700" b="1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8" name="Google Shape;38;p4"/>
          <p:cNvSpPr txBox="1">
            <a:spLocks noGrp="1"/>
          </p:cNvSpPr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39" name="Google Shape;39;p4"/>
          <p:cNvGrpSpPr/>
          <p:nvPr/>
        </p:nvGrpSpPr>
        <p:grpSpPr>
          <a:xfrm>
            <a:off x="3171776" y="1360130"/>
            <a:ext cx="170063" cy="166438"/>
            <a:chOff x="6838242" y="518225"/>
            <a:chExt cx="1247708" cy="1221114"/>
          </a:xfrm>
        </p:grpSpPr>
        <p:sp>
          <p:nvSpPr>
            <p:cNvPr id="40" name="Google Shape;40;p4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42" name="Google Shape;42;p4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43" name="Google Shape;43;p4"/>
          <p:cNvSpPr txBox="1"/>
          <p:nvPr/>
        </p:nvSpPr>
        <p:spPr>
          <a:xfrm>
            <a:off x="84600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44" name="Google Shape;44;p4"/>
          <p:cNvCxnSpPr>
            <a:stCxn id="45" idx="2"/>
          </p:cNvCxnSpPr>
          <p:nvPr/>
        </p:nvCxnSpPr>
        <p:spPr>
          <a:xfrm>
            <a:off x="86768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" name="Google Shape;46;p4"/>
          <p:cNvSpPr/>
          <p:nvPr/>
        </p:nvSpPr>
        <p:spPr>
          <a:xfrm>
            <a:off x="86635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47" name="Google Shape;47;p4"/>
          <p:cNvCxnSpPr>
            <a:endCxn id="46" idx="2"/>
          </p:cNvCxnSpPr>
          <p:nvPr/>
        </p:nvCxnSpPr>
        <p:spPr>
          <a:xfrm rot="10800000">
            <a:off x="88641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4"/>
          <p:cNvSpPr/>
          <p:nvPr/>
        </p:nvSpPr>
        <p:spPr>
          <a:xfrm rot="-5400000">
            <a:off x="85760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5" name="Google Shape;45;p4"/>
          <p:cNvSpPr/>
          <p:nvPr/>
        </p:nvSpPr>
        <p:spPr>
          <a:xfrm rot="-5400000" flipH="1">
            <a:off x="85760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49" name="Google Shape;49;p4"/>
          <p:cNvCxnSpPr>
            <a:stCxn id="48" idx="2"/>
            <a:endCxn id="46" idx="0"/>
          </p:cNvCxnSpPr>
          <p:nvPr/>
        </p:nvCxnSpPr>
        <p:spPr>
          <a:xfrm>
            <a:off x="86767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0" name="Google Shape;50;p4"/>
          <p:cNvSpPr/>
          <p:nvPr/>
        </p:nvSpPr>
        <p:spPr>
          <a:xfrm>
            <a:off x="497875" y="5649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" name="Google Shape;51;p4"/>
          <p:cNvSpPr txBox="1"/>
          <p:nvPr/>
        </p:nvSpPr>
        <p:spPr>
          <a:xfrm rot="-5400000">
            <a:off x="-309195" y="423320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0E2356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sz="60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52" name="Google Shape;52;p4"/>
          <p:cNvSpPr txBox="1"/>
          <p:nvPr/>
        </p:nvSpPr>
        <p:spPr>
          <a:xfrm>
            <a:off x="2277075" y="2327800"/>
            <a:ext cx="8001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rPr lang="en-US"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rPr>
              <a:t>ici mettre une Photo</a:t>
            </a:r>
            <a:endParaRPr sz="1400" b="0" i="0" u="none" strike="noStrike" cap="none">
              <a:solidFill>
                <a:srgbClr val="FF4338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3" name="Google Shape;53;p4"/>
          <p:cNvSpPr txBox="1">
            <a:spLocks noGrp="1"/>
          </p:cNvSpPr>
          <p:nvPr>
            <p:ph type="body" idx="1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■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4" name="Google Shape;54;p4"/>
          <p:cNvSpPr/>
          <p:nvPr/>
        </p:nvSpPr>
        <p:spPr>
          <a:xfrm rot="-5400000">
            <a:off x="3014525" y="1216850"/>
            <a:ext cx="433200" cy="453000"/>
          </a:xfrm>
          <a:prstGeom prst="round2SameRect">
            <a:avLst>
              <a:gd name="adj1" fmla="val 50000"/>
              <a:gd name="adj2" fmla="val 0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799">
          <p15:clr>
            <a:srgbClr val="FA7B17"/>
          </p15:clr>
        </p15:guide>
        <p15:guide id="2" pos="5625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 - Titre et contenu">
  <p:cSld name="02 - Titre et contenu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 txBox="1">
            <a:spLocks noGrp="1"/>
          </p:cNvSpPr>
          <p:nvPr>
            <p:ph type="body" idx="1"/>
          </p:nvPr>
        </p:nvSpPr>
        <p:spPr>
          <a:xfrm>
            <a:off x="578425" y="817575"/>
            <a:ext cx="7929000" cy="4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7" name="Google Shape;57;p5"/>
          <p:cNvSpPr txBox="1">
            <a:spLocks noGrp="1"/>
          </p:cNvSpPr>
          <p:nvPr>
            <p:ph type="title"/>
          </p:nvPr>
        </p:nvSpPr>
        <p:spPr>
          <a:xfrm>
            <a:off x="562500" y="361400"/>
            <a:ext cx="792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 - Titre et sous-titre">
  <p:cSld name="03 - Titre et sous-titre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 txBox="1">
            <a:spLocks noGrp="1"/>
          </p:cNvSpPr>
          <p:nvPr>
            <p:ph type="subTitle" idx="1"/>
          </p:nvPr>
        </p:nvSpPr>
        <p:spPr>
          <a:xfrm>
            <a:off x="571500" y="779175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562825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 - Titre seul">
  <p:cSld name="04 - Titre seul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 txBox="1">
            <a:spLocks noGrp="1"/>
          </p:cNvSpPr>
          <p:nvPr>
            <p:ph type="title"/>
          </p:nvPr>
        </p:nvSpPr>
        <p:spPr>
          <a:xfrm>
            <a:off x="562500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07 - Slide vide fond foncé">
  <p:cSld name="07 - Slide vide fond foncé"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9"/>
          <p:cNvGrpSpPr/>
          <p:nvPr/>
        </p:nvGrpSpPr>
        <p:grpSpPr>
          <a:xfrm>
            <a:off x="276301" y="292130"/>
            <a:ext cx="170063" cy="166438"/>
            <a:chOff x="6838242" y="518225"/>
            <a:chExt cx="1247708" cy="1221114"/>
          </a:xfrm>
        </p:grpSpPr>
        <p:sp>
          <p:nvSpPr>
            <p:cNvPr id="86" name="Google Shape;86;p9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87" name="Google Shape;87;p9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88" name="Google Shape;88;p9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89" name="Google Shape;89;p9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90" name="Google Shape;90;p9"/>
          <p:cNvCxnSpPr>
            <a:stCxn id="91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2" name="Google Shape;92;p9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93" name="Google Shape;93;p9"/>
          <p:cNvCxnSpPr>
            <a:endCxn id="92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4" name="Google Shape;94;p9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1" name="Google Shape;91;p9"/>
          <p:cNvSpPr/>
          <p:nvPr/>
        </p:nvSpPr>
        <p:spPr>
          <a:xfrm rot="-5400000" flipH="1">
            <a:off x="85752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95" name="Google Shape;95;p9"/>
          <p:cNvCxnSpPr>
            <a:stCxn id="94" idx="2"/>
            <a:endCxn id="92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6" name="Google Shape;96;p9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sz="1100" b="1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7" name="Google Shape;97;p9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41 - Couverture [2]">
  <p:cSld name="41 - Couverture [2]">
    <p:bg>
      <p:bgPr>
        <a:solidFill>
          <a:schemeClr val="dk1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1"/>
          <p:cNvSpPr txBox="1">
            <a:spLocks noGrp="1"/>
          </p:cNvSpPr>
          <p:nvPr>
            <p:ph type="title"/>
          </p:nvPr>
        </p:nvSpPr>
        <p:spPr>
          <a:xfrm>
            <a:off x="2717000" y="1879350"/>
            <a:ext cx="3635400" cy="7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Outfit Medium"/>
              <a:buNone/>
              <a:defRPr sz="2000" i="0" u="none" strike="noStrike" cap="none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131" name="Google Shape;131;p11"/>
          <p:cNvSpPr txBox="1">
            <a:spLocks noGrp="1"/>
          </p:cNvSpPr>
          <p:nvPr>
            <p:ph type="subTitle" idx="1"/>
          </p:nvPr>
        </p:nvSpPr>
        <p:spPr>
          <a:xfrm>
            <a:off x="2717000" y="2590325"/>
            <a:ext cx="3635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>
            <a:endParaRPr/>
          </a:p>
        </p:txBody>
      </p:sp>
      <p:sp>
        <p:nvSpPr>
          <p:cNvPr id="132" name="Google Shape;132;p11"/>
          <p:cNvSpPr/>
          <p:nvPr/>
        </p:nvSpPr>
        <p:spPr>
          <a:xfrm>
            <a:off x="3988625" y="36184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3" name="Google Shape;133;p11"/>
          <p:cNvGrpSpPr/>
          <p:nvPr/>
        </p:nvGrpSpPr>
        <p:grpSpPr>
          <a:xfrm>
            <a:off x="2164723" y="1336860"/>
            <a:ext cx="4598402" cy="1873225"/>
            <a:chOff x="2164723" y="1336860"/>
            <a:chExt cx="4598402" cy="1873225"/>
          </a:xfrm>
        </p:grpSpPr>
        <p:cxnSp>
          <p:nvCxnSpPr>
            <p:cNvPr id="134" name="Google Shape;134;p11"/>
            <p:cNvCxnSpPr/>
            <p:nvPr/>
          </p:nvCxnSpPr>
          <p:spPr>
            <a:xfrm>
              <a:off x="3064700" y="3175550"/>
              <a:ext cx="36981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5" name="Google Shape;135;p11"/>
            <p:cNvSpPr/>
            <p:nvPr/>
          </p:nvSpPr>
          <p:spPr>
            <a:xfrm>
              <a:off x="4924425" y="1371385"/>
              <a:ext cx="1838700" cy="17955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36" name="Google Shape;136;p11"/>
            <p:cNvCxnSpPr>
              <a:endCxn id="135" idx="2"/>
            </p:cNvCxnSpPr>
            <p:nvPr/>
          </p:nvCxnSpPr>
          <p:spPr>
            <a:xfrm rot="10800000">
              <a:off x="6761983" y="2313858"/>
              <a:ext cx="0" cy="8616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7" name="Google Shape;137;p11"/>
            <p:cNvSpPr/>
            <p:nvPr/>
          </p:nvSpPr>
          <p:spPr>
            <a:xfrm rot="-5399439">
              <a:off x="2143273" y="1392985"/>
              <a:ext cx="1838700" cy="17955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1"/>
            <p:cNvSpPr/>
            <p:nvPr/>
          </p:nvSpPr>
          <p:spPr>
            <a:xfrm rot="-5400561" flipH="1">
              <a:off x="2143273" y="1358460"/>
              <a:ext cx="1838700" cy="17955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39" name="Google Shape;139;p11"/>
            <p:cNvCxnSpPr>
              <a:stCxn id="137" idx="2"/>
              <a:endCxn id="135" idx="0"/>
            </p:cNvCxnSpPr>
            <p:nvPr/>
          </p:nvCxnSpPr>
          <p:spPr>
            <a:xfrm>
              <a:off x="3065855" y="1371390"/>
              <a:ext cx="27888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40" name="Google Shape;140;p11"/>
          <p:cNvSpPr txBox="1"/>
          <p:nvPr/>
        </p:nvSpPr>
        <p:spPr>
          <a:xfrm rot="-5400000">
            <a:off x="8220930" y="4230075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sz="600" i="0" u="none" strike="noStrike" cap="non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grpSp>
        <p:nvGrpSpPr>
          <p:cNvPr id="141" name="Google Shape;141;p11"/>
          <p:cNvGrpSpPr/>
          <p:nvPr/>
        </p:nvGrpSpPr>
        <p:grpSpPr>
          <a:xfrm>
            <a:off x="276291" y="292119"/>
            <a:ext cx="345989" cy="338615"/>
            <a:chOff x="6838242" y="518225"/>
            <a:chExt cx="1247708" cy="1221114"/>
          </a:xfrm>
        </p:grpSpPr>
        <p:sp>
          <p:nvSpPr>
            <p:cNvPr id="142" name="Google Shape;142;p11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1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1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" name="Google Shape;145;p11"/>
          <p:cNvSpPr txBox="1"/>
          <p:nvPr/>
        </p:nvSpPr>
        <p:spPr>
          <a:xfrm>
            <a:off x="182043" y="472785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DIGITAL THINKERS &amp; DOERS</a:t>
            </a:r>
            <a:endParaRPr sz="600" i="0" u="none" strike="noStrike" cap="non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146" name="Google Shape;146;p11"/>
          <p:cNvSpPr txBox="1"/>
          <p:nvPr/>
        </p:nvSpPr>
        <p:spPr>
          <a:xfrm>
            <a:off x="6997200" y="215900"/>
            <a:ext cx="1966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TECHNOLOGY  I  PART OF ACCENTURE</a:t>
            </a:r>
            <a:endParaRPr sz="600" i="0" u="none" strike="noStrike" cap="non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grpSp>
        <p:nvGrpSpPr>
          <p:cNvPr id="147" name="Google Shape;147;p11"/>
          <p:cNvGrpSpPr/>
          <p:nvPr/>
        </p:nvGrpSpPr>
        <p:grpSpPr>
          <a:xfrm rot="10800000">
            <a:off x="4572194" y="3152774"/>
            <a:ext cx="2605006" cy="616751"/>
            <a:chOff x="2164721" y="1366095"/>
            <a:chExt cx="4598421" cy="1890134"/>
          </a:xfrm>
        </p:grpSpPr>
        <p:cxnSp>
          <p:nvCxnSpPr>
            <p:cNvPr id="148" name="Google Shape;148;p11"/>
            <p:cNvCxnSpPr>
              <a:stCxn id="149" idx="2"/>
            </p:cNvCxnSpPr>
            <p:nvPr/>
          </p:nvCxnSpPr>
          <p:spPr>
            <a:xfrm>
              <a:off x="2699643" y="3175685"/>
              <a:ext cx="40635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0" name="Google Shape;150;p11"/>
            <p:cNvSpPr/>
            <p:nvPr/>
          </p:nvSpPr>
          <p:spPr>
            <a:xfrm>
              <a:off x="5870124" y="1371373"/>
              <a:ext cx="892800" cy="14763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1" name="Google Shape;151;p11"/>
            <p:cNvCxnSpPr>
              <a:endCxn id="150" idx="2"/>
            </p:cNvCxnSpPr>
            <p:nvPr/>
          </p:nvCxnSpPr>
          <p:spPr>
            <a:xfrm rot="10800000">
              <a:off x="6762342" y="2147223"/>
              <a:ext cx="0" cy="10287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2" name="Google Shape;152;p11"/>
            <p:cNvSpPr/>
            <p:nvPr/>
          </p:nvSpPr>
          <p:spPr>
            <a:xfrm rot="-5399453">
              <a:off x="1791865" y="1744079"/>
              <a:ext cx="1885200" cy="11391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1"/>
            <p:cNvSpPr/>
            <p:nvPr/>
          </p:nvSpPr>
          <p:spPr>
            <a:xfrm rot="-5400570" flipH="1">
              <a:off x="1792271" y="1738695"/>
              <a:ext cx="1809600" cy="10644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3" name="Google Shape;153;p11"/>
            <p:cNvCxnSpPr>
              <a:stCxn id="152" idx="2"/>
              <a:endCxn id="150" idx="0"/>
            </p:cNvCxnSpPr>
            <p:nvPr/>
          </p:nvCxnSpPr>
          <p:spPr>
            <a:xfrm>
              <a:off x="2736435" y="1371034"/>
              <a:ext cx="3585300" cy="3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154" name="Google Shape;154;p11"/>
          <p:cNvCxnSpPr/>
          <p:nvPr/>
        </p:nvCxnSpPr>
        <p:spPr>
          <a:xfrm>
            <a:off x="5575700" y="3411150"/>
            <a:ext cx="0" cy="9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5" name="Google Shape;155;p11"/>
          <p:cNvSpPr txBox="1">
            <a:spLocks noGrp="1"/>
          </p:cNvSpPr>
          <p:nvPr>
            <p:ph type="title" idx="2"/>
          </p:nvPr>
        </p:nvSpPr>
        <p:spPr>
          <a:xfrm>
            <a:off x="4707450" y="3303350"/>
            <a:ext cx="7320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sz="1000" i="0" u="none" strike="noStrike" cap="non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>
            <a:endParaRPr/>
          </a:p>
        </p:txBody>
      </p:sp>
      <p:sp>
        <p:nvSpPr>
          <p:cNvPr id="156" name="Google Shape;156;p11"/>
          <p:cNvSpPr txBox="1">
            <a:spLocks noGrp="1"/>
          </p:cNvSpPr>
          <p:nvPr>
            <p:ph type="title" idx="3"/>
          </p:nvPr>
        </p:nvSpPr>
        <p:spPr>
          <a:xfrm>
            <a:off x="5695200" y="3303350"/>
            <a:ext cx="14052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sz="1000" i="0" u="none" strike="noStrike" cap="non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51 - Chapitre [2]">
  <p:cSld name="51 - Chapitre [2]">
    <p:bg>
      <p:bgPr>
        <a:solidFill>
          <a:schemeClr val="lt1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"/>
          <p:cNvSpPr/>
          <p:nvPr/>
        </p:nvSpPr>
        <p:spPr>
          <a:xfrm rot="5400000" flipH="1">
            <a:off x="1344924" y="364825"/>
            <a:ext cx="433200" cy="453000"/>
          </a:xfrm>
          <a:prstGeom prst="round2SameRect">
            <a:avLst>
              <a:gd name="adj1" fmla="val 50000"/>
              <a:gd name="adj2" fmla="val 0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59" name="Google Shape;159;p12"/>
          <p:cNvSpPr/>
          <p:nvPr/>
        </p:nvSpPr>
        <p:spPr>
          <a:xfrm flipH="1">
            <a:off x="830825" y="817575"/>
            <a:ext cx="3663300" cy="3816300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2"/>
          <p:cNvSpPr txBox="1">
            <a:spLocks noGrp="1"/>
          </p:cNvSpPr>
          <p:nvPr>
            <p:ph type="body" idx="1"/>
          </p:nvPr>
        </p:nvSpPr>
        <p:spPr>
          <a:xfrm>
            <a:off x="841248" y="37465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■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161" name="Google Shape;161;p12"/>
          <p:cNvSpPr txBox="1">
            <a:spLocks noGrp="1"/>
          </p:cNvSpPr>
          <p:nvPr>
            <p:ph type="title"/>
          </p:nvPr>
        </p:nvSpPr>
        <p:spPr>
          <a:xfrm>
            <a:off x="4699800" y="268520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>
            <a:endParaRPr/>
          </a:p>
        </p:txBody>
      </p:sp>
      <p:sp>
        <p:nvSpPr>
          <p:cNvPr id="162" name="Google Shape;162;p12"/>
          <p:cNvSpPr txBox="1"/>
          <p:nvPr/>
        </p:nvSpPr>
        <p:spPr>
          <a:xfrm>
            <a:off x="84600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163" name="Google Shape;163;p12"/>
          <p:cNvCxnSpPr>
            <a:stCxn id="164" idx="2"/>
          </p:cNvCxnSpPr>
          <p:nvPr/>
        </p:nvCxnSpPr>
        <p:spPr>
          <a:xfrm>
            <a:off x="86768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5" name="Google Shape;165;p12"/>
          <p:cNvSpPr/>
          <p:nvPr/>
        </p:nvSpPr>
        <p:spPr>
          <a:xfrm>
            <a:off x="86635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66" name="Google Shape;166;p12"/>
          <p:cNvCxnSpPr>
            <a:endCxn id="165" idx="2"/>
          </p:cNvCxnSpPr>
          <p:nvPr/>
        </p:nvCxnSpPr>
        <p:spPr>
          <a:xfrm rot="10800000">
            <a:off x="88641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7" name="Google Shape;167;p12"/>
          <p:cNvSpPr/>
          <p:nvPr/>
        </p:nvSpPr>
        <p:spPr>
          <a:xfrm rot="-5400000">
            <a:off x="85760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64" name="Google Shape;164;p12"/>
          <p:cNvSpPr/>
          <p:nvPr/>
        </p:nvSpPr>
        <p:spPr>
          <a:xfrm rot="-5400000" flipH="1">
            <a:off x="85760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68" name="Google Shape;168;p12"/>
          <p:cNvCxnSpPr>
            <a:stCxn id="167" idx="2"/>
            <a:endCxn id="165" idx="0"/>
          </p:cNvCxnSpPr>
          <p:nvPr/>
        </p:nvCxnSpPr>
        <p:spPr>
          <a:xfrm>
            <a:off x="86767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9" name="Google Shape;169;p12"/>
          <p:cNvSpPr/>
          <p:nvPr/>
        </p:nvSpPr>
        <p:spPr>
          <a:xfrm>
            <a:off x="497875" y="5649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70" name="Google Shape;170;p12"/>
          <p:cNvSpPr txBox="1"/>
          <p:nvPr/>
        </p:nvSpPr>
        <p:spPr>
          <a:xfrm rot="-5400000">
            <a:off x="-309195" y="423320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0E2356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sz="60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171" name="Google Shape;171;p12"/>
          <p:cNvSpPr txBox="1"/>
          <p:nvPr/>
        </p:nvSpPr>
        <p:spPr>
          <a:xfrm>
            <a:off x="2262425" y="2048400"/>
            <a:ext cx="8001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rPr lang="en-US"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rPr>
              <a:t>ici mettre une Photo</a:t>
            </a:r>
            <a:endParaRPr sz="1400" b="0" i="0" u="none" strike="noStrike" cap="none">
              <a:solidFill>
                <a:srgbClr val="FF4338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72" name="Google Shape;172;p12"/>
          <p:cNvSpPr/>
          <p:nvPr/>
        </p:nvSpPr>
        <p:spPr>
          <a:xfrm flipH="1">
            <a:off x="841248" y="374725"/>
            <a:ext cx="499500" cy="433200"/>
          </a:xfrm>
          <a:prstGeom prst="round1Rect">
            <a:avLst>
              <a:gd name="adj" fmla="val 50000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700" b="1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173" name="Google Shape;173;p12"/>
          <p:cNvGrpSpPr/>
          <p:nvPr/>
        </p:nvGrpSpPr>
        <p:grpSpPr>
          <a:xfrm>
            <a:off x="1450811" y="508105"/>
            <a:ext cx="170063" cy="166438"/>
            <a:chOff x="6838242" y="518225"/>
            <a:chExt cx="1247708" cy="1221114"/>
          </a:xfrm>
        </p:grpSpPr>
        <p:sp>
          <p:nvSpPr>
            <p:cNvPr id="174" name="Google Shape;174;p12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75" name="Google Shape;175;p12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76" name="Google Shape;176;p12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59 - There is a better way">
  <p:cSld name="59 - There is a better way">
    <p:bg>
      <p:bgPr>
        <a:solidFill>
          <a:schemeClr val="lt1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oogle Shape;178;p13"/>
          <p:cNvGrpSpPr/>
          <p:nvPr/>
        </p:nvGrpSpPr>
        <p:grpSpPr>
          <a:xfrm>
            <a:off x="290068" y="235357"/>
            <a:ext cx="345989" cy="338615"/>
            <a:chOff x="6838242" y="518225"/>
            <a:chExt cx="1247708" cy="1221114"/>
          </a:xfrm>
        </p:grpSpPr>
        <p:sp>
          <p:nvSpPr>
            <p:cNvPr id="179" name="Google Shape;179;p13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80" name="Google Shape;180;p13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81" name="Google Shape;181;p13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pic>
        <p:nvPicPr>
          <p:cNvPr id="182" name="Google Shape;18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36975" y="3307206"/>
            <a:ext cx="1670077" cy="829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3"/>
          <p:cNvPicPr preferRelativeResize="0"/>
          <p:nvPr/>
        </p:nvPicPr>
        <p:blipFill rotWithShape="1">
          <a:blip r:embed="rId3">
            <a:alphaModFix/>
          </a:blip>
          <a:srcRect l="17993" t="18848" r="18089" b="13862"/>
          <a:stretch/>
        </p:blipFill>
        <p:spPr>
          <a:xfrm>
            <a:off x="3589050" y="1007225"/>
            <a:ext cx="1965925" cy="206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3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0 - Titre et visuel">
  <p:cSld name="60 - Titre et visuel">
    <p:bg>
      <p:bgPr>
        <a:solidFill>
          <a:schemeClr val="lt1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49" y="52400"/>
            <a:ext cx="156325" cy="15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4"/>
          <p:cNvSpPr txBox="1">
            <a:spLocks noGrp="1"/>
          </p:cNvSpPr>
          <p:nvPr>
            <p:ph type="title"/>
          </p:nvPr>
        </p:nvSpPr>
        <p:spPr>
          <a:xfrm>
            <a:off x="562550" y="382375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188" name="Google Shape;188;p14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189" name="Google Shape;189;p14"/>
          <p:cNvCxnSpPr>
            <a:stCxn id="190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1" name="Google Shape;191;p14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92" name="Google Shape;192;p14"/>
          <p:cNvCxnSpPr>
            <a:endCxn id="191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3" name="Google Shape;193;p14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90" name="Google Shape;190;p14"/>
          <p:cNvSpPr/>
          <p:nvPr/>
        </p:nvSpPr>
        <p:spPr>
          <a:xfrm rot="-5400000" flipH="1">
            <a:off x="85752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94" name="Google Shape;194;p14"/>
          <p:cNvCxnSpPr>
            <a:stCxn id="193" idx="2"/>
            <a:endCxn id="191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5" name="Google Shape;195;p14"/>
          <p:cNvSpPr>
            <a:spLocks noGrp="1"/>
          </p:cNvSpPr>
          <p:nvPr>
            <p:ph type="pic" idx="2"/>
          </p:nvPr>
        </p:nvSpPr>
        <p:spPr>
          <a:xfrm>
            <a:off x="528800" y="732450"/>
            <a:ext cx="8019000" cy="4131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" name="Google Shape;196;p14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sz="1100" b="1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1 - Titre, sous-titre et visuel">
  <p:cSld name="61 - Titre, sous-titre et visuel">
    <p:bg>
      <p:bgPr>
        <a:solidFill>
          <a:schemeClr val="lt1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5"/>
          <p:cNvSpPr/>
          <p:nvPr/>
        </p:nvSpPr>
        <p:spPr>
          <a:xfrm>
            <a:off x="213475" y="208900"/>
            <a:ext cx="8715600" cy="4728600"/>
          </a:xfrm>
          <a:prstGeom prst="roundRect">
            <a:avLst>
              <a:gd name="adj" fmla="val 1616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99" name="Google Shape;199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49" y="52400"/>
            <a:ext cx="156325" cy="156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5"/>
          <p:cNvSpPr txBox="1"/>
          <p:nvPr/>
        </p:nvSpPr>
        <p:spPr>
          <a:xfrm rot="-5400000">
            <a:off x="8770600" y="2458900"/>
            <a:ext cx="548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>‹#›</a:t>
            </a:fld>
            <a:endParaRPr sz="800" b="0" i="0" u="none" strike="noStrike" cap="non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201" name="Google Shape;201;p15"/>
          <p:cNvSpPr txBox="1"/>
          <p:nvPr/>
        </p:nvSpPr>
        <p:spPr>
          <a:xfrm rot="-5400000">
            <a:off x="-514095" y="2533275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65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There is a better way</a:t>
            </a:r>
            <a:endParaRPr sz="65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02" name="Google Shape;202;p15"/>
          <p:cNvSpPr/>
          <p:nvPr/>
        </p:nvSpPr>
        <p:spPr>
          <a:xfrm>
            <a:off x="6682750" y="4939025"/>
            <a:ext cx="23352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Outfit"/>
              <a:buNone/>
            </a:pPr>
            <a:r>
              <a:rPr lang="en-US" sz="6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OCTO Part of Accenture © 2023- All rights reserved</a:t>
            </a:r>
            <a:endParaRPr sz="6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03" name="Google Shape;203;p15"/>
          <p:cNvSpPr txBox="1">
            <a:spLocks noGrp="1"/>
          </p:cNvSpPr>
          <p:nvPr>
            <p:ph type="title"/>
          </p:nvPr>
        </p:nvSpPr>
        <p:spPr>
          <a:xfrm>
            <a:off x="574050" y="361400"/>
            <a:ext cx="80079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04" name="Google Shape;204;p15"/>
          <p:cNvSpPr txBox="1">
            <a:spLocks noGrp="1"/>
          </p:cNvSpPr>
          <p:nvPr>
            <p:ph type="subTitle" idx="1"/>
          </p:nvPr>
        </p:nvSpPr>
        <p:spPr>
          <a:xfrm>
            <a:off x="557250" y="830200"/>
            <a:ext cx="80415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05" name="Google Shape;205;p15"/>
          <p:cNvSpPr>
            <a:spLocks noGrp="1"/>
          </p:cNvSpPr>
          <p:nvPr>
            <p:ph type="pic" idx="2"/>
          </p:nvPr>
        </p:nvSpPr>
        <p:spPr>
          <a:xfrm>
            <a:off x="545225" y="1257950"/>
            <a:ext cx="8041500" cy="3606600"/>
          </a:xfrm>
          <a:prstGeom prst="rect">
            <a:avLst/>
          </a:prstGeom>
          <a:noFill/>
          <a:ln>
            <a:noFill/>
          </a:ln>
        </p:spPr>
      </p:sp>
      <p:sp>
        <p:nvSpPr>
          <p:cNvPr id="206" name="Google Shape;206;p15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sz="1100" b="1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2 - Visuel seul">
  <p:cSld name="62 - Visuel seul">
    <p:bg>
      <p:bgPr>
        <a:solidFill>
          <a:schemeClr val="lt1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49" y="52400"/>
            <a:ext cx="156325" cy="156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6"/>
          <p:cNvSpPr>
            <a:spLocks noGrp="1"/>
          </p:cNvSpPr>
          <p:nvPr>
            <p:ph type="pic" idx="2"/>
          </p:nvPr>
        </p:nvSpPr>
        <p:spPr>
          <a:xfrm>
            <a:off x="3275" y="-2300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10" name="Google Shape;210;p16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sz="1100" b="1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3 - Titre, contenu et visuel à droite - cadre blanc">
  <p:cSld name="63 - Titre, contenu et visuel à droite - cadre blanc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" name="Google Shape;212;p17"/>
          <p:cNvGrpSpPr/>
          <p:nvPr/>
        </p:nvGrpSpPr>
        <p:grpSpPr>
          <a:xfrm>
            <a:off x="6270019" y="304800"/>
            <a:ext cx="2593200" cy="3705000"/>
            <a:chOff x="6270019" y="304800"/>
            <a:chExt cx="2593200" cy="3705000"/>
          </a:xfrm>
        </p:grpSpPr>
        <p:sp>
          <p:nvSpPr>
            <p:cNvPr id="213" name="Google Shape;213;p17"/>
            <p:cNvSpPr/>
            <p:nvPr/>
          </p:nvSpPr>
          <p:spPr>
            <a:xfrm>
              <a:off x="6270019" y="304800"/>
              <a:ext cx="2593200" cy="37050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14" name="Google Shape;214;p17"/>
            <p:cNvSpPr txBox="1"/>
            <p:nvPr/>
          </p:nvSpPr>
          <p:spPr>
            <a:xfrm>
              <a:off x="7110475" y="1593700"/>
              <a:ext cx="800100" cy="10467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215" name="Google Shape;215;p17"/>
          <p:cNvGrpSpPr/>
          <p:nvPr/>
        </p:nvGrpSpPr>
        <p:grpSpPr>
          <a:xfrm>
            <a:off x="276303" y="295049"/>
            <a:ext cx="8682472" cy="4585476"/>
            <a:chOff x="276303" y="295049"/>
            <a:chExt cx="8682472" cy="4585476"/>
          </a:xfrm>
        </p:grpSpPr>
        <p:sp>
          <p:nvSpPr>
            <p:cNvPr id="216" name="Google Shape;216;p17"/>
            <p:cNvSpPr/>
            <p:nvPr/>
          </p:nvSpPr>
          <p:spPr>
            <a:xfrm>
              <a:off x="276303" y="295049"/>
              <a:ext cx="163500" cy="1635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17" name="Google Shape;217;p17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218" name="Google Shape;218;p17"/>
            <p:cNvCxnSpPr>
              <a:stCxn id="219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20" name="Google Shape;220;p17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21" name="Google Shape;221;p17"/>
            <p:cNvCxnSpPr>
              <a:endCxn id="220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22" name="Google Shape;222;p17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19" name="Google Shape;219;p17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23" name="Google Shape;223;p17"/>
            <p:cNvCxnSpPr>
              <a:stCxn id="222" idx="2"/>
              <a:endCxn id="220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24" name="Google Shape;224;p17"/>
          <p:cNvSpPr txBox="1">
            <a:spLocks noGrp="1"/>
          </p:cNvSpPr>
          <p:nvPr>
            <p:ph type="body" idx="1"/>
          </p:nvPr>
        </p:nvSpPr>
        <p:spPr>
          <a:xfrm>
            <a:off x="562825" y="817275"/>
            <a:ext cx="5305500" cy="40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25" name="Google Shape;225;p17"/>
          <p:cNvSpPr txBox="1">
            <a:spLocks noGrp="1"/>
          </p:cNvSpPr>
          <p:nvPr>
            <p:ph type="title"/>
          </p:nvPr>
        </p:nvSpPr>
        <p:spPr>
          <a:xfrm>
            <a:off x="562825" y="357529"/>
            <a:ext cx="53055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226" name="Google Shape;226;p17"/>
          <p:cNvGrpSpPr/>
          <p:nvPr/>
        </p:nvGrpSpPr>
        <p:grpSpPr>
          <a:xfrm>
            <a:off x="364209" y="292130"/>
            <a:ext cx="82155" cy="82230"/>
            <a:chOff x="7483200" y="518225"/>
            <a:chExt cx="602750" cy="603300"/>
          </a:xfrm>
        </p:grpSpPr>
        <p:sp>
          <p:nvSpPr>
            <p:cNvPr id="227" name="Google Shape;227;p17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28" name="Google Shape;228;p17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29" name="Google Shape;229;p17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4 - Titre, sous-titre, contenu et visuel à droite - cadre blanc">
  <p:cSld name="64 - Titre, sous-titre, contenu et visuel à droite - cadre blanc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oogle Shape;231;p18"/>
          <p:cNvGrpSpPr/>
          <p:nvPr/>
        </p:nvGrpSpPr>
        <p:grpSpPr>
          <a:xfrm>
            <a:off x="6270019" y="304800"/>
            <a:ext cx="2593200" cy="3705000"/>
            <a:chOff x="6270019" y="304800"/>
            <a:chExt cx="2593200" cy="3705000"/>
          </a:xfrm>
        </p:grpSpPr>
        <p:sp>
          <p:nvSpPr>
            <p:cNvPr id="232" name="Google Shape;232;p18"/>
            <p:cNvSpPr/>
            <p:nvPr/>
          </p:nvSpPr>
          <p:spPr>
            <a:xfrm>
              <a:off x="6270019" y="304800"/>
              <a:ext cx="2593200" cy="37050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33" name="Google Shape;233;p18"/>
            <p:cNvSpPr txBox="1"/>
            <p:nvPr/>
          </p:nvSpPr>
          <p:spPr>
            <a:xfrm>
              <a:off x="7110475" y="1593700"/>
              <a:ext cx="800100" cy="10467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234" name="Google Shape;234;p18"/>
          <p:cNvGrpSpPr/>
          <p:nvPr/>
        </p:nvGrpSpPr>
        <p:grpSpPr>
          <a:xfrm>
            <a:off x="276303" y="295049"/>
            <a:ext cx="8682472" cy="4585476"/>
            <a:chOff x="276303" y="295049"/>
            <a:chExt cx="8682472" cy="4585476"/>
          </a:xfrm>
        </p:grpSpPr>
        <p:cxnSp>
          <p:nvCxnSpPr>
            <p:cNvPr id="235" name="Google Shape;235;p18"/>
            <p:cNvCxnSpPr>
              <a:stCxn id="236" idx="2"/>
              <a:endCxn id="237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38" name="Google Shape;238;p18"/>
            <p:cNvGrpSpPr/>
            <p:nvPr/>
          </p:nvGrpSpPr>
          <p:grpSpPr>
            <a:xfrm>
              <a:off x="276303" y="295049"/>
              <a:ext cx="8682472" cy="4585476"/>
              <a:chOff x="276303" y="295049"/>
              <a:chExt cx="8682472" cy="4585476"/>
            </a:xfrm>
          </p:grpSpPr>
          <p:sp>
            <p:nvSpPr>
              <p:cNvPr id="239" name="Google Shape;239;p18"/>
              <p:cNvSpPr/>
              <p:nvPr/>
            </p:nvSpPr>
            <p:spPr>
              <a:xfrm>
                <a:off x="276303" y="295049"/>
                <a:ext cx="163500" cy="1635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240" name="Google Shape;240;p18"/>
              <p:cNvSpPr txBox="1"/>
              <p:nvPr/>
            </p:nvSpPr>
            <p:spPr>
              <a:xfrm>
                <a:off x="8459275" y="4651925"/>
                <a:ext cx="4995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Outfit"/>
                  <a:buNone/>
                </a:pPr>
                <a:r>
                  <a:rPr lang="en-US" sz="800" b="0" i="0" u="none" strike="noStrike" cap="none">
                    <a:solidFill>
                      <a:srgbClr val="00D2DD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.</a:t>
                </a:r>
                <a:fld id="{00000000-1234-1234-1234-123412341234}" type="slidenum">
                  <a:rPr lang="en-US" sz="800" b="0" i="0" u="none" strike="noStrike" cap="none">
                    <a:solidFill>
                      <a:srgbClr val="0E2356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‹#›</a:t>
                </a:fld>
                <a:endParaRPr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endParaRPr>
              </a:p>
            </p:txBody>
          </p:sp>
          <p:cxnSp>
            <p:nvCxnSpPr>
              <p:cNvPr id="241" name="Google Shape;241;p18"/>
              <p:cNvCxnSpPr>
                <a:stCxn id="242" idx="2"/>
              </p:cNvCxnSpPr>
              <p:nvPr/>
            </p:nvCxnSpPr>
            <p:spPr>
              <a:xfrm>
                <a:off x="8676034" y="4864644"/>
                <a:ext cx="1914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37" name="Google Shape;237;p18"/>
              <p:cNvSpPr/>
              <p:nvPr/>
            </p:nvSpPr>
            <p:spPr>
              <a:xfrm>
                <a:off x="8662728" y="4667715"/>
                <a:ext cx="200700" cy="196200"/>
              </a:xfrm>
              <a:prstGeom prst="arc">
                <a:avLst>
                  <a:gd name="adj1" fmla="val 16241889"/>
                  <a:gd name="adj2" fmla="val 167312"/>
                </a:avLst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cxnSp>
            <p:nvCxnSpPr>
              <p:cNvPr id="243" name="Google Shape;243;p18"/>
              <p:cNvCxnSpPr>
                <a:endCxn id="237" idx="2"/>
              </p:cNvCxnSpPr>
              <p:nvPr/>
            </p:nvCxnSpPr>
            <p:spPr>
              <a:xfrm rot="10800000">
                <a:off x="8863304" y="4770697"/>
                <a:ext cx="0" cy="984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36" name="Google Shape;236;p18"/>
              <p:cNvSpPr/>
              <p:nvPr/>
            </p:nvSpPr>
            <p:spPr>
              <a:xfrm rot="-5400000">
                <a:off x="8575218" y="4670051"/>
                <a:ext cx="200700" cy="196200"/>
              </a:xfrm>
              <a:prstGeom prst="arc">
                <a:avLst>
                  <a:gd name="adj1" fmla="val 16241889"/>
                  <a:gd name="adj2" fmla="val 11524"/>
                </a:avLst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242" name="Google Shape;242;p18"/>
              <p:cNvSpPr/>
              <p:nvPr/>
            </p:nvSpPr>
            <p:spPr>
              <a:xfrm rot="-5400000" flipH="1">
                <a:off x="8575218" y="4666195"/>
                <a:ext cx="200700" cy="196200"/>
              </a:xfrm>
              <a:prstGeom prst="arc">
                <a:avLst>
                  <a:gd name="adj1" fmla="val 16241889"/>
                  <a:gd name="adj2" fmla="val 15973"/>
                </a:avLst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</p:grpSp>
      <p:sp>
        <p:nvSpPr>
          <p:cNvPr id="244" name="Google Shape;244;p18"/>
          <p:cNvSpPr txBox="1">
            <a:spLocks noGrp="1"/>
          </p:cNvSpPr>
          <p:nvPr>
            <p:ph type="body" idx="1"/>
          </p:nvPr>
        </p:nvSpPr>
        <p:spPr>
          <a:xfrm>
            <a:off x="562800" y="1273200"/>
            <a:ext cx="5305500" cy="35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0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45" name="Google Shape;245;p18"/>
          <p:cNvSpPr txBox="1">
            <a:spLocks noGrp="1"/>
          </p:cNvSpPr>
          <p:nvPr>
            <p:ph type="subTitle" idx="2"/>
          </p:nvPr>
        </p:nvSpPr>
        <p:spPr>
          <a:xfrm>
            <a:off x="571015" y="778000"/>
            <a:ext cx="53055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46" name="Google Shape;246;p18"/>
          <p:cNvSpPr txBox="1">
            <a:spLocks noGrp="1"/>
          </p:cNvSpPr>
          <p:nvPr>
            <p:ph type="title"/>
          </p:nvPr>
        </p:nvSpPr>
        <p:spPr>
          <a:xfrm>
            <a:off x="562825" y="361400"/>
            <a:ext cx="53055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247" name="Google Shape;247;p18"/>
          <p:cNvGrpSpPr/>
          <p:nvPr/>
        </p:nvGrpSpPr>
        <p:grpSpPr>
          <a:xfrm>
            <a:off x="276301" y="295049"/>
            <a:ext cx="163560" cy="163519"/>
            <a:chOff x="6838242" y="539639"/>
            <a:chExt cx="1200000" cy="1199700"/>
          </a:xfrm>
        </p:grpSpPr>
        <p:sp>
          <p:nvSpPr>
            <p:cNvPr id="248" name="Google Shape;248;p18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49" name="Google Shape;249;p18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50" name="Google Shape;250;p18"/>
          <p:cNvSpPr/>
          <p:nvPr/>
        </p:nvSpPr>
        <p:spPr>
          <a:xfrm>
            <a:off x="417004" y="292130"/>
            <a:ext cx="29400" cy="294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51" name="Google Shape;251;p18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5 - Titre, contenu, visuel à droite et bloc conclu - cadre blanc">
  <p:cSld name="65 - Titre, contenu, visuel à droite et bloc conclu - cadre blanc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" name="Google Shape;253;p19"/>
          <p:cNvGrpSpPr/>
          <p:nvPr/>
        </p:nvGrpSpPr>
        <p:grpSpPr>
          <a:xfrm rot="10800000">
            <a:off x="5754900" y="3471525"/>
            <a:ext cx="1392300" cy="1392300"/>
            <a:chOff x="7475475" y="301725"/>
            <a:chExt cx="1392300" cy="1392300"/>
          </a:xfrm>
        </p:grpSpPr>
        <p:sp>
          <p:nvSpPr>
            <p:cNvPr id="254" name="Google Shape;254;p19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55" name="Google Shape;255;p19"/>
            <p:cNvSpPr txBox="1"/>
            <p:nvPr/>
          </p:nvSpPr>
          <p:spPr>
            <a:xfrm rot="10800000">
              <a:off x="7776288" y="55385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56" name="Google Shape;256;p19"/>
          <p:cNvSpPr/>
          <p:nvPr/>
        </p:nvSpPr>
        <p:spPr>
          <a:xfrm>
            <a:off x="6549661" y="301725"/>
            <a:ext cx="2324700" cy="3169800"/>
          </a:xfrm>
          <a:prstGeom prst="round2Diag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257" name="Google Shape;257;p19"/>
          <p:cNvGrpSpPr/>
          <p:nvPr/>
        </p:nvGrpSpPr>
        <p:grpSpPr>
          <a:xfrm>
            <a:off x="276303" y="295049"/>
            <a:ext cx="8682472" cy="4585476"/>
            <a:chOff x="276303" y="295049"/>
            <a:chExt cx="8682472" cy="4585476"/>
          </a:xfrm>
        </p:grpSpPr>
        <p:sp>
          <p:nvSpPr>
            <p:cNvPr id="258" name="Google Shape;258;p19"/>
            <p:cNvSpPr/>
            <p:nvPr/>
          </p:nvSpPr>
          <p:spPr>
            <a:xfrm>
              <a:off x="276303" y="295049"/>
              <a:ext cx="163500" cy="1635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59" name="Google Shape;259;p19"/>
            <p:cNvCxnSpPr>
              <a:stCxn id="260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1" name="Google Shape;261;p19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62" name="Google Shape;262;p19"/>
            <p:cNvCxnSpPr>
              <a:endCxn id="261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3" name="Google Shape;263;p19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60" name="Google Shape;260;p19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64" name="Google Shape;264;p19"/>
            <p:cNvCxnSpPr>
              <a:stCxn id="263" idx="2"/>
              <a:endCxn id="261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5" name="Google Shape;265;p19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</p:grpSp>
      <p:sp>
        <p:nvSpPr>
          <p:cNvPr id="266" name="Google Shape;266;p19"/>
          <p:cNvSpPr txBox="1">
            <a:spLocks noGrp="1"/>
          </p:cNvSpPr>
          <p:nvPr>
            <p:ph type="body" idx="1"/>
          </p:nvPr>
        </p:nvSpPr>
        <p:spPr>
          <a:xfrm>
            <a:off x="562775" y="817275"/>
            <a:ext cx="4790400" cy="40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67" name="Google Shape;267;p19"/>
          <p:cNvSpPr txBox="1">
            <a:spLocks noGrp="1"/>
          </p:cNvSpPr>
          <p:nvPr>
            <p:ph type="title"/>
          </p:nvPr>
        </p:nvSpPr>
        <p:spPr>
          <a:xfrm>
            <a:off x="562825" y="361375"/>
            <a:ext cx="47904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68" name="Google Shape;268;p19"/>
          <p:cNvSpPr txBox="1">
            <a:spLocks noGrp="1"/>
          </p:cNvSpPr>
          <p:nvPr>
            <p:ph type="body" idx="2"/>
          </p:nvPr>
        </p:nvSpPr>
        <p:spPr>
          <a:xfrm>
            <a:off x="6920978" y="765250"/>
            <a:ext cx="1699500" cy="20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cxnSp>
        <p:nvCxnSpPr>
          <p:cNvPr id="269" name="Google Shape;269;p19"/>
          <p:cNvCxnSpPr/>
          <p:nvPr/>
        </p:nvCxnSpPr>
        <p:spPr>
          <a:xfrm>
            <a:off x="8867775" y="434100"/>
            <a:ext cx="0" cy="1588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0" name="Google Shape;270;p19"/>
          <p:cNvSpPr/>
          <p:nvPr/>
        </p:nvSpPr>
        <p:spPr>
          <a:xfrm>
            <a:off x="417004" y="292130"/>
            <a:ext cx="29400" cy="294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71" name="Google Shape;271;p19"/>
          <p:cNvSpPr/>
          <p:nvPr/>
        </p:nvSpPr>
        <p:spPr>
          <a:xfrm>
            <a:off x="364209" y="345001"/>
            <a:ext cx="29400" cy="294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72" name="Google Shape;272;p19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6 - Titre, sous-titre, contenu, visuel à droite et bloc conclu - cadre blanc">
  <p:cSld name="66 - Titre, sous-titre, contenu, visuel à droite et bloc conclu - cadre blanc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0"/>
          <p:cNvSpPr txBox="1">
            <a:spLocks noGrp="1"/>
          </p:cNvSpPr>
          <p:nvPr>
            <p:ph type="body" idx="1"/>
          </p:nvPr>
        </p:nvSpPr>
        <p:spPr>
          <a:xfrm>
            <a:off x="562825" y="1267800"/>
            <a:ext cx="4790400" cy="35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75" name="Google Shape;275;p20"/>
          <p:cNvSpPr txBox="1">
            <a:spLocks noGrp="1"/>
          </p:cNvSpPr>
          <p:nvPr>
            <p:ph type="subTitle" idx="2"/>
          </p:nvPr>
        </p:nvSpPr>
        <p:spPr>
          <a:xfrm>
            <a:off x="571015" y="777619"/>
            <a:ext cx="47904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76" name="Google Shape;276;p20"/>
          <p:cNvSpPr txBox="1">
            <a:spLocks noGrp="1"/>
          </p:cNvSpPr>
          <p:nvPr>
            <p:ph type="title"/>
          </p:nvPr>
        </p:nvSpPr>
        <p:spPr>
          <a:xfrm>
            <a:off x="562825" y="367000"/>
            <a:ext cx="47904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277" name="Google Shape;277;p20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278" name="Google Shape;278;p20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279" name="Google Shape;279;p20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280" name="Google Shape;280;p20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281" name="Google Shape;281;p20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282" name="Google Shape;282;p20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283" name="Google Shape;283;p20"/>
            <p:cNvCxnSpPr>
              <a:stCxn id="284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85" name="Google Shape;285;p20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86" name="Google Shape;286;p20"/>
            <p:cNvCxnSpPr>
              <a:endCxn id="285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87" name="Google Shape;287;p20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84" name="Google Shape;284;p20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88" name="Google Shape;288;p20"/>
            <p:cNvCxnSpPr>
              <a:stCxn id="287" idx="2"/>
              <a:endCxn id="285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89" name="Google Shape;289;p20"/>
          <p:cNvGrpSpPr/>
          <p:nvPr/>
        </p:nvGrpSpPr>
        <p:grpSpPr>
          <a:xfrm rot="10800000">
            <a:off x="5754902" y="3471525"/>
            <a:ext cx="1392300" cy="1392300"/>
            <a:chOff x="7475475" y="301725"/>
            <a:chExt cx="1392300" cy="1392300"/>
          </a:xfrm>
        </p:grpSpPr>
        <p:sp>
          <p:nvSpPr>
            <p:cNvPr id="290" name="Google Shape;290;p20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91" name="Google Shape;291;p20"/>
            <p:cNvSpPr txBox="1"/>
            <p:nvPr/>
          </p:nvSpPr>
          <p:spPr>
            <a:xfrm rot="10800000">
              <a:off x="7776288" y="55385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92" name="Google Shape;292;p20"/>
          <p:cNvSpPr/>
          <p:nvPr/>
        </p:nvSpPr>
        <p:spPr>
          <a:xfrm>
            <a:off x="6543075" y="301725"/>
            <a:ext cx="2324700" cy="3169800"/>
          </a:xfrm>
          <a:prstGeom prst="round2Diag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93" name="Google Shape;293;p20"/>
          <p:cNvSpPr txBox="1">
            <a:spLocks noGrp="1"/>
          </p:cNvSpPr>
          <p:nvPr>
            <p:ph type="body" idx="3"/>
          </p:nvPr>
        </p:nvSpPr>
        <p:spPr>
          <a:xfrm>
            <a:off x="6920975" y="765250"/>
            <a:ext cx="1699500" cy="20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cxnSp>
        <p:nvCxnSpPr>
          <p:cNvPr id="294" name="Google Shape;294;p20"/>
          <p:cNvCxnSpPr/>
          <p:nvPr/>
        </p:nvCxnSpPr>
        <p:spPr>
          <a:xfrm>
            <a:off x="8867775" y="434100"/>
            <a:ext cx="0" cy="1588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5" name="Google Shape;295;p20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7 - Titre, contenu et visuel à gauche - cadre blanc">
  <p:cSld name="67 - Titre, contenu et visuel à gauche - cadre blanc"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1"/>
          <p:cNvSpPr txBox="1">
            <a:spLocks noGrp="1"/>
          </p:cNvSpPr>
          <p:nvPr>
            <p:ph type="title"/>
          </p:nvPr>
        </p:nvSpPr>
        <p:spPr>
          <a:xfrm>
            <a:off x="3440825" y="359479"/>
            <a:ext cx="51366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98" name="Google Shape;298;p21"/>
          <p:cNvSpPr txBox="1">
            <a:spLocks noGrp="1"/>
          </p:cNvSpPr>
          <p:nvPr>
            <p:ph type="body" idx="1"/>
          </p:nvPr>
        </p:nvSpPr>
        <p:spPr>
          <a:xfrm>
            <a:off x="3440825" y="817275"/>
            <a:ext cx="5136600" cy="40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299" name="Google Shape;299;p21"/>
          <p:cNvGrpSpPr/>
          <p:nvPr/>
        </p:nvGrpSpPr>
        <p:grpSpPr>
          <a:xfrm>
            <a:off x="571494" y="306825"/>
            <a:ext cx="2593200" cy="3705000"/>
            <a:chOff x="-2696606" y="304800"/>
            <a:chExt cx="2593200" cy="3705000"/>
          </a:xfrm>
        </p:grpSpPr>
        <p:sp>
          <p:nvSpPr>
            <p:cNvPr id="300" name="Google Shape;300;p21"/>
            <p:cNvSpPr/>
            <p:nvPr/>
          </p:nvSpPr>
          <p:spPr>
            <a:xfrm>
              <a:off x="-2696606" y="304800"/>
              <a:ext cx="2593200" cy="37050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01" name="Google Shape;301;p21"/>
            <p:cNvSpPr txBox="1"/>
            <p:nvPr/>
          </p:nvSpPr>
          <p:spPr>
            <a:xfrm>
              <a:off x="-1856150" y="159370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302" name="Google Shape;302;p21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303" name="Google Shape;303;p21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304" name="Google Shape;304;p21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05" name="Google Shape;305;p21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06" name="Google Shape;306;p21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307" name="Google Shape;307;p21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308" name="Google Shape;308;p21"/>
            <p:cNvCxnSpPr>
              <a:stCxn id="309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10" name="Google Shape;310;p21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11" name="Google Shape;311;p21"/>
            <p:cNvCxnSpPr>
              <a:endCxn id="310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12" name="Google Shape;312;p21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09" name="Google Shape;309;p21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13" name="Google Shape;313;p21"/>
            <p:cNvCxnSpPr>
              <a:stCxn id="312" idx="2"/>
              <a:endCxn id="310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14" name="Google Shape;314;p21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8 - Titre, sous-titre, contenu et visuel à gauche - cadre blanc">
  <p:cSld name="68 - Titre, sous-titre, contenu et visuel à gauche - cadre blanc"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2"/>
          <p:cNvSpPr/>
          <p:nvPr/>
        </p:nvSpPr>
        <p:spPr>
          <a:xfrm rot="5400000" flipH="1">
            <a:off x="4143250" y="131125"/>
            <a:ext cx="4709400" cy="4865400"/>
          </a:xfrm>
          <a:prstGeom prst="round2SameRect">
            <a:avLst>
              <a:gd name="adj1" fmla="val 1367"/>
              <a:gd name="adj2" fmla="val 0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17" name="Google Shape;317;p22"/>
          <p:cNvSpPr txBox="1">
            <a:spLocks noGrp="1"/>
          </p:cNvSpPr>
          <p:nvPr>
            <p:ph type="subTitle" idx="1"/>
          </p:nvPr>
        </p:nvSpPr>
        <p:spPr>
          <a:xfrm>
            <a:off x="3442450" y="779144"/>
            <a:ext cx="51393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18" name="Google Shape;318;p22"/>
          <p:cNvSpPr txBox="1">
            <a:spLocks noGrp="1"/>
          </p:cNvSpPr>
          <p:nvPr>
            <p:ph type="body" idx="2"/>
          </p:nvPr>
        </p:nvSpPr>
        <p:spPr>
          <a:xfrm>
            <a:off x="3438150" y="1271025"/>
            <a:ext cx="5139300" cy="3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19" name="Google Shape;319;p22"/>
          <p:cNvSpPr txBox="1">
            <a:spLocks noGrp="1"/>
          </p:cNvSpPr>
          <p:nvPr>
            <p:ph type="title"/>
          </p:nvPr>
        </p:nvSpPr>
        <p:spPr>
          <a:xfrm>
            <a:off x="3438150" y="358969"/>
            <a:ext cx="51393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320" name="Google Shape;320;p22"/>
          <p:cNvGrpSpPr/>
          <p:nvPr/>
        </p:nvGrpSpPr>
        <p:grpSpPr>
          <a:xfrm>
            <a:off x="571494" y="306825"/>
            <a:ext cx="2593200" cy="3705000"/>
            <a:chOff x="-2696606" y="304800"/>
            <a:chExt cx="2593200" cy="3705000"/>
          </a:xfrm>
        </p:grpSpPr>
        <p:sp>
          <p:nvSpPr>
            <p:cNvPr id="321" name="Google Shape;321;p22"/>
            <p:cNvSpPr/>
            <p:nvPr/>
          </p:nvSpPr>
          <p:spPr>
            <a:xfrm>
              <a:off x="-2696606" y="304800"/>
              <a:ext cx="2593200" cy="37050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22" name="Google Shape;322;p22"/>
            <p:cNvSpPr txBox="1"/>
            <p:nvPr/>
          </p:nvSpPr>
          <p:spPr>
            <a:xfrm>
              <a:off x="-1856150" y="159370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323" name="Google Shape;323;p22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324" name="Google Shape;324;p22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325" name="Google Shape;325;p22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26" name="Google Shape;326;p22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27" name="Google Shape;327;p22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328" name="Google Shape;328;p22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329" name="Google Shape;329;p22"/>
            <p:cNvCxnSpPr>
              <a:stCxn id="330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31" name="Google Shape;331;p22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32" name="Google Shape;332;p22"/>
            <p:cNvCxnSpPr>
              <a:endCxn id="331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33" name="Google Shape;333;p22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30" name="Google Shape;330;p22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34" name="Google Shape;334;p22"/>
            <p:cNvCxnSpPr>
              <a:stCxn id="333" idx="2"/>
              <a:endCxn id="331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35" name="Google Shape;335;p22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9 - Titre, contenu, visuel à gauche et bloc conclu - cadre blanc">
  <p:cSld name="69 - Titre, contenu, visuel à gauche et bloc conclu - cadre blanc"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" name="Google Shape;337;p23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338" name="Google Shape;338;p23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339" name="Google Shape;339;p23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40" name="Google Shape;340;p23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41" name="Google Shape;341;p23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342" name="Google Shape;342;p23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343" name="Google Shape;343;p23"/>
            <p:cNvCxnSpPr>
              <a:stCxn id="344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45" name="Google Shape;345;p23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46" name="Google Shape;346;p23"/>
            <p:cNvCxnSpPr>
              <a:endCxn id="345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47" name="Google Shape;347;p23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44" name="Google Shape;344;p23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48" name="Google Shape;348;p23"/>
            <p:cNvCxnSpPr>
              <a:stCxn id="347" idx="2"/>
              <a:endCxn id="345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49" name="Google Shape;349;p23"/>
          <p:cNvSpPr txBox="1">
            <a:spLocks noGrp="1"/>
          </p:cNvSpPr>
          <p:nvPr>
            <p:ph type="title"/>
          </p:nvPr>
        </p:nvSpPr>
        <p:spPr>
          <a:xfrm>
            <a:off x="3932050" y="354600"/>
            <a:ext cx="45882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350" name="Google Shape;350;p23"/>
          <p:cNvGrpSpPr/>
          <p:nvPr/>
        </p:nvGrpSpPr>
        <p:grpSpPr>
          <a:xfrm rot="10800000">
            <a:off x="420900" y="3471525"/>
            <a:ext cx="1392300" cy="1392300"/>
            <a:chOff x="7475475" y="301725"/>
            <a:chExt cx="1392300" cy="1392300"/>
          </a:xfrm>
        </p:grpSpPr>
        <p:sp>
          <p:nvSpPr>
            <p:cNvPr id="351" name="Google Shape;351;p23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52" name="Google Shape;352;p23"/>
            <p:cNvSpPr txBox="1"/>
            <p:nvPr/>
          </p:nvSpPr>
          <p:spPr>
            <a:xfrm rot="10800000">
              <a:off x="7776275" y="553855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353" name="Google Shape;353;p23"/>
          <p:cNvSpPr txBox="1">
            <a:spLocks noGrp="1"/>
          </p:cNvSpPr>
          <p:nvPr>
            <p:ph type="body" idx="1"/>
          </p:nvPr>
        </p:nvSpPr>
        <p:spPr>
          <a:xfrm>
            <a:off x="1511925" y="817275"/>
            <a:ext cx="1719000" cy="20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54" name="Google Shape;354;p23"/>
          <p:cNvSpPr txBox="1">
            <a:spLocks noGrp="1"/>
          </p:cNvSpPr>
          <p:nvPr>
            <p:ph type="body" idx="2"/>
          </p:nvPr>
        </p:nvSpPr>
        <p:spPr>
          <a:xfrm>
            <a:off x="3932200" y="817275"/>
            <a:ext cx="4588200" cy="4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55" name="Google Shape;355;p23"/>
          <p:cNvSpPr/>
          <p:nvPr/>
        </p:nvSpPr>
        <p:spPr>
          <a:xfrm>
            <a:off x="1209075" y="301725"/>
            <a:ext cx="2324700" cy="3169800"/>
          </a:xfrm>
          <a:prstGeom prst="round2Diag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56" name="Google Shape;356;p23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70 - Titre, sous-titre, contenu, visuel à gauche et bloc conclu - cadre blanc">
  <p:cSld name="70 - Titre, sous-titre, contenu, visuel à gauche et bloc conclu - cadre blanc"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8" name="Google Shape;358;p24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359" name="Google Shape;359;p24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360" name="Google Shape;360;p24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61" name="Google Shape;361;p24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62" name="Google Shape;362;p24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363" name="Google Shape;363;p24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364" name="Google Shape;364;p24"/>
            <p:cNvCxnSpPr>
              <a:stCxn id="365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66" name="Google Shape;366;p24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67" name="Google Shape;367;p24"/>
            <p:cNvCxnSpPr>
              <a:endCxn id="366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68" name="Google Shape;368;p24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65" name="Google Shape;365;p24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69" name="Google Shape;369;p24"/>
            <p:cNvCxnSpPr>
              <a:stCxn id="368" idx="2"/>
              <a:endCxn id="366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70" name="Google Shape;370;p24"/>
          <p:cNvSpPr txBox="1">
            <a:spLocks noGrp="1"/>
          </p:cNvSpPr>
          <p:nvPr>
            <p:ph type="body" idx="1"/>
          </p:nvPr>
        </p:nvSpPr>
        <p:spPr>
          <a:xfrm>
            <a:off x="3943350" y="1271025"/>
            <a:ext cx="4564200" cy="35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71" name="Google Shape;371;p24"/>
          <p:cNvSpPr txBox="1">
            <a:spLocks noGrp="1"/>
          </p:cNvSpPr>
          <p:nvPr>
            <p:ph type="subTitle" idx="2"/>
          </p:nvPr>
        </p:nvSpPr>
        <p:spPr>
          <a:xfrm>
            <a:off x="3935150" y="770950"/>
            <a:ext cx="45642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72" name="Google Shape;372;p24"/>
          <p:cNvSpPr txBox="1">
            <a:spLocks noGrp="1"/>
          </p:cNvSpPr>
          <p:nvPr>
            <p:ph type="title"/>
          </p:nvPr>
        </p:nvSpPr>
        <p:spPr>
          <a:xfrm>
            <a:off x="3935150" y="348725"/>
            <a:ext cx="45642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373" name="Google Shape;373;p24"/>
          <p:cNvGrpSpPr/>
          <p:nvPr/>
        </p:nvGrpSpPr>
        <p:grpSpPr>
          <a:xfrm rot="10800000">
            <a:off x="420900" y="3471800"/>
            <a:ext cx="1392300" cy="1392300"/>
            <a:chOff x="7475475" y="301725"/>
            <a:chExt cx="1392300" cy="1392300"/>
          </a:xfrm>
        </p:grpSpPr>
        <p:sp>
          <p:nvSpPr>
            <p:cNvPr id="374" name="Google Shape;374;p24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75" name="Google Shape;375;p24"/>
            <p:cNvSpPr txBox="1"/>
            <p:nvPr/>
          </p:nvSpPr>
          <p:spPr>
            <a:xfrm rot="10800000">
              <a:off x="7776288" y="55385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376" name="Google Shape;376;p24"/>
          <p:cNvSpPr/>
          <p:nvPr/>
        </p:nvSpPr>
        <p:spPr>
          <a:xfrm>
            <a:off x="1209075" y="300315"/>
            <a:ext cx="2324700" cy="3169800"/>
          </a:xfrm>
          <a:prstGeom prst="round2Diag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77" name="Google Shape;377;p24"/>
          <p:cNvSpPr txBox="1">
            <a:spLocks noGrp="1"/>
          </p:cNvSpPr>
          <p:nvPr>
            <p:ph type="body" idx="3"/>
          </p:nvPr>
        </p:nvSpPr>
        <p:spPr>
          <a:xfrm>
            <a:off x="1511925" y="812385"/>
            <a:ext cx="1719000" cy="20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None/>
              <a:defRPr sz="12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78" name="Google Shape;378;p24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0 - Table des matières [2]">
  <p:cSld name="90 - Table des matières [2]"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5"/>
          <p:cNvSpPr txBox="1">
            <a:spLocks noGrp="1"/>
          </p:cNvSpPr>
          <p:nvPr>
            <p:ph type="title"/>
          </p:nvPr>
        </p:nvSpPr>
        <p:spPr>
          <a:xfrm>
            <a:off x="829600" y="1260303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81" name="Google Shape;381;p25"/>
          <p:cNvSpPr txBox="1">
            <a:spLocks noGrp="1"/>
          </p:cNvSpPr>
          <p:nvPr>
            <p:ph type="body" idx="1"/>
          </p:nvPr>
        </p:nvSpPr>
        <p:spPr>
          <a:xfrm>
            <a:off x="2236850" y="2248633"/>
            <a:ext cx="2335200" cy="7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82" name="Google Shape;382;p25"/>
          <p:cNvSpPr txBox="1">
            <a:spLocks noGrp="1"/>
          </p:cNvSpPr>
          <p:nvPr>
            <p:ph type="body" idx="2"/>
          </p:nvPr>
        </p:nvSpPr>
        <p:spPr>
          <a:xfrm>
            <a:off x="6210950" y="2248625"/>
            <a:ext cx="2335200" cy="7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83" name="Google Shape;383;p25"/>
          <p:cNvSpPr/>
          <p:nvPr/>
        </p:nvSpPr>
        <p:spPr>
          <a:xfrm>
            <a:off x="1106400" y="2248650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84" name="Google Shape;384;p25"/>
          <p:cNvSpPr txBox="1"/>
          <p:nvPr/>
        </p:nvSpPr>
        <p:spPr>
          <a:xfrm>
            <a:off x="1086263" y="2254176"/>
            <a:ext cx="8082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85" name="Google Shape;385;p25"/>
          <p:cNvSpPr/>
          <p:nvPr/>
        </p:nvSpPr>
        <p:spPr>
          <a:xfrm>
            <a:off x="5192425" y="2286425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86" name="Google Shape;386;p25"/>
          <p:cNvSpPr txBox="1"/>
          <p:nvPr/>
        </p:nvSpPr>
        <p:spPr>
          <a:xfrm>
            <a:off x="5160164" y="2254177"/>
            <a:ext cx="852600" cy="8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1 - Table des matières [3]">
  <p:cSld name="91 - Table des matières [3]"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6"/>
          <p:cNvSpPr txBox="1">
            <a:spLocks noGrp="1"/>
          </p:cNvSpPr>
          <p:nvPr>
            <p:ph type="title"/>
          </p:nvPr>
        </p:nvSpPr>
        <p:spPr>
          <a:xfrm>
            <a:off x="829600" y="126357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89" name="Google Shape;389;p26"/>
          <p:cNvSpPr txBox="1">
            <a:spLocks noGrp="1"/>
          </p:cNvSpPr>
          <p:nvPr>
            <p:ph type="body" idx="1"/>
          </p:nvPr>
        </p:nvSpPr>
        <p:spPr>
          <a:xfrm>
            <a:off x="1172550" y="2689025"/>
            <a:ext cx="2269800" cy="17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90" name="Google Shape;390;p26"/>
          <p:cNvSpPr txBox="1">
            <a:spLocks noGrp="1"/>
          </p:cNvSpPr>
          <p:nvPr>
            <p:ph type="body" idx="2"/>
          </p:nvPr>
        </p:nvSpPr>
        <p:spPr>
          <a:xfrm>
            <a:off x="3666975" y="2711825"/>
            <a:ext cx="2269800" cy="17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91" name="Google Shape;391;p26"/>
          <p:cNvSpPr txBox="1">
            <a:spLocks noGrp="1"/>
          </p:cNvSpPr>
          <p:nvPr>
            <p:ph type="body" idx="3"/>
          </p:nvPr>
        </p:nvSpPr>
        <p:spPr>
          <a:xfrm>
            <a:off x="6260400" y="2711825"/>
            <a:ext cx="2317200" cy="17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92" name="Google Shape;392;p26"/>
          <p:cNvSpPr/>
          <p:nvPr/>
        </p:nvSpPr>
        <p:spPr>
          <a:xfrm rot="10800000">
            <a:off x="3666963" y="1779050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93" name="Google Shape;393;p26"/>
          <p:cNvSpPr/>
          <p:nvPr/>
        </p:nvSpPr>
        <p:spPr>
          <a:xfrm rot="10800000">
            <a:off x="1172550" y="1779050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94" name="Google Shape;394;p26"/>
          <p:cNvSpPr/>
          <p:nvPr/>
        </p:nvSpPr>
        <p:spPr>
          <a:xfrm rot="10800000">
            <a:off x="6260388" y="1779050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95" name="Google Shape;395;p26"/>
          <p:cNvSpPr txBox="1"/>
          <p:nvPr/>
        </p:nvSpPr>
        <p:spPr>
          <a:xfrm>
            <a:off x="1164446" y="1799383"/>
            <a:ext cx="8046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96" name="Google Shape;396;p26"/>
          <p:cNvSpPr txBox="1"/>
          <p:nvPr/>
        </p:nvSpPr>
        <p:spPr>
          <a:xfrm>
            <a:off x="3650472" y="1799373"/>
            <a:ext cx="8046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97" name="Google Shape;397;p26"/>
          <p:cNvSpPr txBox="1"/>
          <p:nvPr/>
        </p:nvSpPr>
        <p:spPr>
          <a:xfrm>
            <a:off x="6243911" y="1799374"/>
            <a:ext cx="8046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2 - Table des matières [4]">
  <p:cSld name="92 - Table des matières [4]"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7"/>
          <p:cNvSpPr txBox="1">
            <a:spLocks noGrp="1"/>
          </p:cNvSpPr>
          <p:nvPr>
            <p:ph type="title"/>
          </p:nvPr>
        </p:nvSpPr>
        <p:spPr>
          <a:xfrm>
            <a:off x="829600" y="1260303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0" name="Google Shape;400;p27"/>
          <p:cNvSpPr txBox="1">
            <a:spLocks noGrp="1"/>
          </p:cNvSpPr>
          <p:nvPr>
            <p:ph type="body" idx="1"/>
          </p:nvPr>
        </p:nvSpPr>
        <p:spPr>
          <a:xfrm>
            <a:off x="1681525" y="17380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1" name="Google Shape;401;p27"/>
          <p:cNvSpPr txBox="1">
            <a:spLocks noGrp="1"/>
          </p:cNvSpPr>
          <p:nvPr>
            <p:ph type="body" idx="2"/>
          </p:nvPr>
        </p:nvSpPr>
        <p:spPr>
          <a:xfrm>
            <a:off x="1681500" y="30141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2" name="Google Shape;402;p27"/>
          <p:cNvSpPr txBox="1">
            <a:spLocks noGrp="1"/>
          </p:cNvSpPr>
          <p:nvPr>
            <p:ph type="body" idx="3"/>
          </p:nvPr>
        </p:nvSpPr>
        <p:spPr>
          <a:xfrm>
            <a:off x="5619625" y="173812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3" name="Google Shape;403;p27"/>
          <p:cNvSpPr txBox="1">
            <a:spLocks noGrp="1"/>
          </p:cNvSpPr>
          <p:nvPr>
            <p:ph type="body" idx="4"/>
          </p:nvPr>
        </p:nvSpPr>
        <p:spPr>
          <a:xfrm>
            <a:off x="5619750" y="301417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4" name="Google Shape;404;p27"/>
          <p:cNvSpPr/>
          <p:nvPr/>
        </p:nvSpPr>
        <p:spPr>
          <a:xfrm rot="5400000">
            <a:off x="4767525" y="2951177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5" name="Google Shape;405;p27"/>
          <p:cNvSpPr/>
          <p:nvPr/>
        </p:nvSpPr>
        <p:spPr>
          <a:xfrm rot="5400000">
            <a:off x="4767525" y="1722025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6" name="Google Shape;406;p27"/>
          <p:cNvSpPr/>
          <p:nvPr/>
        </p:nvSpPr>
        <p:spPr>
          <a:xfrm rot="5400000">
            <a:off x="867525" y="2980796"/>
            <a:ext cx="671700" cy="6717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7" name="Google Shape;407;p27"/>
          <p:cNvSpPr/>
          <p:nvPr/>
        </p:nvSpPr>
        <p:spPr>
          <a:xfrm rot="5400000">
            <a:off x="867525" y="1722025"/>
            <a:ext cx="671700" cy="6717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8" name="Google Shape;408;p27"/>
          <p:cNvSpPr txBox="1"/>
          <p:nvPr/>
        </p:nvSpPr>
        <p:spPr>
          <a:xfrm>
            <a:off x="967623" y="1866129"/>
            <a:ext cx="4623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09" name="Google Shape;409;p27"/>
          <p:cNvSpPr txBox="1"/>
          <p:nvPr/>
        </p:nvSpPr>
        <p:spPr>
          <a:xfrm>
            <a:off x="967623" y="3116186"/>
            <a:ext cx="4623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10" name="Google Shape;410;p27"/>
          <p:cNvSpPr txBox="1"/>
          <p:nvPr/>
        </p:nvSpPr>
        <p:spPr>
          <a:xfrm>
            <a:off x="4869747" y="1851848"/>
            <a:ext cx="4515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11" name="Google Shape;411;p27"/>
          <p:cNvSpPr txBox="1"/>
          <p:nvPr/>
        </p:nvSpPr>
        <p:spPr>
          <a:xfrm>
            <a:off x="4869747" y="3072492"/>
            <a:ext cx="4515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3 - Table des matières [5]">
  <p:cSld name="93 - Table des matières [5]"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8"/>
          <p:cNvSpPr txBox="1">
            <a:spLocks noGrp="1"/>
          </p:cNvSpPr>
          <p:nvPr>
            <p:ph type="title"/>
          </p:nvPr>
        </p:nvSpPr>
        <p:spPr>
          <a:xfrm>
            <a:off x="829600" y="113937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4" name="Google Shape;414;p28"/>
          <p:cNvSpPr txBox="1">
            <a:spLocks noGrp="1"/>
          </p:cNvSpPr>
          <p:nvPr>
            <p:ph type="body" idx="1"/>
          </p:nvPr>
        </p:nvSpPr>
        <p:spPr>
          <a:xfrm>
            <a:off x="1681525" y="16510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5" name="Google Shape;415;p28"/>
          <p:cNvSpPr txBox="1">
            <a:spLocks noGrp="1"/>
          </p:cNvSpPr>
          <p:nvPr>
            <p:ph type="body" idx="2"/>
          </p:nvPr>
        </p:nvSpPr>
        <p:spPr>
          <a:xfrm>
            <a:off x="1681525" y="2447225"/>
            <a:ext cx="27903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6" name="Google Shape;416;p28"/>
          <p:cNvSpPr txBox="1">
            <a:spLocks noGrp="1"/>
          </p:cNvSpPr>
          <p:nvPr>
            <p:ph type="body" idx="3"/>
          </p:nvPr>
        </p:nvSpPr>
        <p:spPr>
          <a:xfrm>
            <a:off x="1681525" y="32436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7" name="Google Shape;417;p28"/>
          <p:cNvSpPr txBox="1">
            <a:spLocks noGrp="1"/>
          </p:cNvSpPr>
          <p:nvPr>
            <p:ph type="body" idx="4"/>
          </p:nvPr>
        </p:nvSpPr>
        <p:spPr>
          <a:xfrm>
            <a:off x="5619625" y="1650825"/>
            <a:ext cx="2958000" cy="6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8" name="Google Shape;418;p28"/>
          <p:cNvSpPr txBox="1">
            <a:spLocks noGrp="1"/>
          </p:cNvSpPr>
          <p:nvPr>
            <p:ph type="body" idx="5"/>
          </p:nvPr>
        </p:nvSpPr>
        <p:spPr>
          <a:xfrm>
            <a:off x="5619625" y="244757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9" name="Google Shape;419;p28"/>
          <p:cNvSpPr/>
          <p:nvPr/>
        </p:nvSpPr>
        <p:spPr>
          <a:xfrm rot="5400000">
            <a:off x="883425" y="1650875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0" name="Google Shape;420;p28"/>
          <p:cNvSpPr/>
          <p:nvPr/>
        </p:nvSpPr>
        <p:spPr>
          <a:xfrm rot="5400000">
            <a:off x="883425" y="2447222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1" name="Google Shape;421;p28"/>
          <p:cNvSpPr/>
          <p:nvPr/>
        </p:nvSpPr>
        <p:spPr>
          <a:xfrm rot="5400000">
            <a:off x="883425" y="3243569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2" name="Google Shape;422;p28"/>
          <p:cNvSpPr/>
          <p:nvPr/>
        </p:nvSpPr>
        <p:spPr>
          <a:xfrm rot="5400000">
            <a:off x="4767525" y="1651025"/>
            <a:ext cx="6561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3" name="Google Shape;423;p28"/>
          <p:cNvSpPr/>
          <p:nvPr/>
        </p:nvSpPr>
        <p:spPr>
          <a:xfrm rot="5400000">
            <a:off x="4767525" y="2447566"/>
            <a:ext cx="6561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4" name="Google Shape;424;p28"/>
          <p:cNvSpPr txBox="1"/>
          <p:nvPr/>
        </p:nvSpPr>
        <p:spPr>
          <a:xfrm>
            <a:off x="985647" y="1787397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5" name="Google Shape;425;p28"/>
          <p:cNvSpPr txBox="1"/>
          <p:nvPr/>
        </p:nvSpPr>
        <p:spPr>
          <a:xfrm>
            <a:off x="985647" y="2587947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6" name="Google Shape;426;p28"/>
          <p:cNvSpPr txBox="1"/>
          <p:nvPr/>
        </p:nvSpPr>
        <p:spPr>
          <a:xfrm>
            <a:off x="985647" y="3388496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7" name="Google Shape;427;p28"/>
          <p:cNvSpPr txBox="1"/>
          <p:nvPr/>
        </p:nvSpPr>
        <p:spPr>
          <a:xfrm>
            <a:off x="4869767" y="1787431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8" name="Google Shape;428;p28"/>
          <p:cNvSpPr txBox="1"/>
          <p:nvPr/>
        </p:nvSpPr>
        <p:spPr>
          <a:xfrm>
            <a:off x="4867105" y="2563728"/>
            <a:ext cx="4395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4 - Table des matières [6]">
  <p:cSld name="94 - Table des matières [6]"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9"/>
          <p:cNvSpPr txBox="1">
            <a:spLocks noGrp="1"/>
          </p:cNvSpPr>
          <p:nvPr>
            <p:ph type="title"/>
          </p:nvPr>
        </p:nvSpPr>
        <p:spPr>
          <a:xfrm>
            <a:off x="829600" y="103217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1" name="Google Shape;431;p29"/>
          <p:cNvSpPr txBox="1">
            <a:spLocks noGrp="1"/>
          </p:cNvSpPr>
          <p:nvPr>
            <p:ph type="body" idx="1"/>
          </p:nvPr>
        </p:nvSpPr>
        <p:spPr>
          <a:xfrm>
            <a:off x="1747225" y="1650775"/>
            <a:ext cx="28905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2" name="Google Shape;432;p29"/>
          <p:cNvSpPr txBox="1">
            <a:spLocks noGrp="1"/>
          </p:cNvSpPr>
          <p:nvPr>
            <p:ph type="body" idx="2"/>
          </p:nvPr>
        </p:nvSpPr>
        <p:spPr>
          <a:xfrm>
            <a:off x="1747225" y="2447225"/>
            <a:ext cx="28905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3" name="Google Shape;433;p29"/>
          <p:cNvSpPr txBox="1">
            <a:spLocks noGrp="1"/>
          </p:cNvSpPr>
          <p:nvPr>
            <p:ph type="body" idx="3"/>
          </p:nvPr>
        </p:nvSpPr>
        <p:spPr>
          <a:xfrm>
            <a:off x="1747225" y="3243675"/>
            <a:ext cx="28905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4" name="Google Shape;434;p29"/>
          <p:cNvSpPr txBox="1">
            <a:spLocks noGrp="1"/>
          </p:cNvSpPr>
          <p:nvPr>
            <p:ph type="body" idx="4"/>
          </p:nvPr>
        </p:nvSpPr>
        <p:spPr>
          <a:xfrm>
            <a:off x="5685325" y="165082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5" name="Google Shape;435;p29"/>
          <p:cNvSpPr txBox="1">
            <a:spLocks noGrp="1"/>
          </p:cNvSpPr>
          <p:nvPr>
            <p:ph type="body" idx="5"/>
          </p:nvPr>
        </p:nvSpPr>
        <p:spPr>
          <a:xfrm>
            <a:off x="5685325" y="244727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6" name="Google Shape;436;p29"/>
          <p:cNvSpPr txBox="1">
            <a:spLocks noGrp="1"/>
          </p:cNvSpPr>
          <p:nvPr>
            <p:ph type="body" idx="6"/>
          </p:nvPr>
        </p:nvSpPr>
        <p:spPr>
          <a:xfrm>
            <a:off x="5685325" y="324372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7" name="Google Shape;437;p29"/>
          <p:cNvSpPr/>
          <p:nvPr/>
        </p:nvSpPr>
        <p:spPr>
          <a:xfrm rot="5400000">
            <a:off x="4767525" y="3243573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38" name="Google Shape;438;p29"/>
          <p:cNvSpPr/>
          <p:nvPr/>
        </p:nvSpPr>
        <p:spPr>
          <a:xfrm rot="5400000">
            <a:off x="883425" y="1650875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39" name="Google Shape;439;p29"/>
          <p:cNvSpPr/>
          <p:nvPr/>
        </p:nvSpPr>
        <p:spPr>
          <a:xfrm rot="5400000">
            <a:off x="883425" y="2447224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0" name="Google Shape;440;p29"/>
          <p:cNvSpPr/>
          <p:nvPr/>
        </p:nvSpPr>
        <p:spPr>
          <a:xfrm rot="5400000">
            <a:off x="883425" y="3243573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1" name="Google Shape;441;p29"/>
          <p:cNvSpPr/>
          <p:nvPr/>
        </p:nvSpPr>
        <p:spPr>
          <a:xfrm rot="5400000">
            <a:off x="4767525" y="1650875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2" name="Google Shape;442;p29"/>
          <p:cNvSpPr/>
          <p:nvPr/>
        </p:nvSpPr>
        <p:spPr>
          <a:xfrm rot="5400000">
            <a:off x="4767525" y="2447224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3" name="Google Shape;443;p29"/>
          <p:cNvSpPr txBox="1"/>
          <p:nvPr/>
        </p:nvSpPr>
        <p:spPr>
          <a:xfrm>
            <a:off x="985647" y="1787398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4" name="Google Shape;444;p29"/>
          <p:cNvSpPr txBox="1"/>
          <p:nvPr/>
        </p:nvSpPr>
        <p:spPr>
          <a:xfrm>
            <a:off x="985647" y="2554581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5" name="Google Shape;445;p29"/>
          <p:cNvSpPr txBox="1"/>
          <p:nvPr/>
        </p:nvSpPr>
        <p:spPr>
          <a:xfrm>
            <a:off x="985647" y="3355132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6" name="Google Shape;446;p29"/>
          <p:cNvSpPr txBox="1"/>
          <p:nvPr/>
        </p:nvSpPr>
        <p:spPr>
          <a:xfrm>
            <a:off x="4868853" y="1787398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7" name="Google Shape;447;p29"/>
          <p:cNvSpPr txBox="1"/>
          <p:nvPr/>
        </p:nvSpPr>
        <p:spPr>
          <a:xfrm>
            <a:off x="4868853" y="2554580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8" name="Google Shape;448;p29"/>
          <p:cNvSpPr txBox="1"/>
          <p:nvPr/>
        </p:nvSpPr>
        <p:spPr>
          <a:xfrm>
            <a:off x="4868853" y="3355132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5 - Table des matières [7]">
  <p:cSld name="95 - Table des matières [7]"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0"/>
          <p:cNvSpPr txBox="1">
            <a:spLocks noGrp="1"/>
          </p:cNvSpPr>
          <p:nvPr>
            <p:ph type="title"/>
          </p:nvPr>
        </p:nvSpPr>
        <p:spPr>
          <a:xfrm>
            <a:off x="829600" y="891150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1" name="Google Shape;451;p30"/>
          <p:cNvSpPr txBox="1">
            <a:spLocks noGrp="1"/>
          </p:cNvSpPr>
          <p:nvPr>
            <p:ph type="body" idx="1"/>
          </p:nvPr>
        </p:nvSpPr>
        <p:spPr>
          <a:xfrm>
            <a:off x="1678225" y="139775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2" name="Google Shape;452;p30"/>
          <p:cNvSpPr txBox="1">
            <a:spLocks noGrp="1"/>
          </p:cNvSpPr>
          <p:nvPr>
            <p:ph type="body" idx="2"/>
          </p:nvPr>
        </p:nvSpPr>
        <p:spPr>
          <a:xfrm>
            <a:off x="1678225" y="211860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3" name="Google Shape;453;p30"/>
          <p:cNvSpPr txBox="1">
            <a:spLocks noGrp="1"/>
          </p:cNvSpPr>
          <p:nvPr>
            <p:ph type="body" idx="3"/>
          </p:nvPr>
        </p:nvSpPr>
        <p:spPr>
          <a:xfrm>
            <a:off x="1678225" y="285205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4" name="Google Shape;454;p30"/>
          <p:cNvSpPr txBox="1">
            <a:spLocks noGrp="1"/>
          </p:cNvSpPr>
          <p:nvPr>
            <p:ph type="body" idx="4"/>
          </p:nvPr>
        </p:nvSpPr>
        <p:spPr>
          <a:xfrm>
            <a:off x="1678125" y="357680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5" name="Google Shape;455;p30"/>
          <p:cNvSpPr txBox="1">
            <a:spLocks noGrp="1"/>
          </p:cNvSpPr>
          <p:nvPr>
            <p:ph type="body" idx="5"/>
          </p:nvPr>
        </p:nvSpPr>
        <p:spPr>
          <a:xfrm>
            <a:off x="5619625" y="1385200"/>
            <a:ext cx="29208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6" name="Google Shape;456;p30"/>
          <p:cNvSpPr txBox="1">
            <a:spLocks noGrp="1"/>
          </p:cNvSpPr>
          <p:nvPr>
            <p:ph type="body" idx="6"/>
          </p:nvPr>
        </p:nvSpPr>
        <p:spPr>
          <a:xfrm>
            <a:off x="5619625" y="2101550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7" name="Google Shape;457;p30"/>
          <p:cNvSpPr txBox="1">
            <a:spLocks noGrp="1"/>
          </p:cNvSpPr>
          <p:nvPr>
            <p:ph type="body" idx="7"/>
          </p:nvPr>
        </p:nvSpPr>
        <p:spPr>
          <a:xfrm>
            <a:off x="5619625" y="2852100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8" name="Google Shape;458;p30"/>
          <p:cNvSpPr/>
          <p:nvPr/>
        </p:nvSpPr>
        <p:spPr>
          <a:xfrm rot="5400000">
            <a:off x="4788825" y="13976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59" name="Google Shape;459;p30"/>
          <p:cNvSpPr/>
          <p:nvPr/>
        </p:nvSpPr>
        <p:spPr>
          <a:xfrm rot="5400000">
            <a:off x="4788825" y="21205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0" name="Google Shape;460;p30"/>
          <p:cNvSpPr/>
          <p:nvPr/>
        </p:nvSpPr>
        <p:spPr>
          <a:xfrm rot="5400000">
            <a:off x="4788825" y="28435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1" name="Google Shape;461;p30"/>
          <p:cNvSpPr/>
          <p:nvPr/>
        </p:nvSpPr>
        <p:spPr>
          <a:xfrm rot="5400000">
            <a:off x="883425" y="35769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2" name="Google Shape;462;p30"/>
          <p:cNvSpPr/>
          <p:nvPr/>
        </p:nvSpPr>
        <p:spPr>
          <a:xfrm rot="5400000">
            <a:off x="883425" y="21205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3" name="Google Shape;463;p30"/>
          <p:cNvSpPr/>
          <p:nvPr/>
        </p:nvSpPr>
        <p:spPr>
          <a:xfrm rot="5400000">
            <a:off x="883425" y="28435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4" name="Google Shape;464;p30"/>
          <p:cNvSpPr/>
          <p:nvPr/>
        </p:nvSpPr>
        <p:spPr>
          <a:xfrm rot="5400000">
            <a:off x="883425" y="13976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5" name="Google Shape;465;p30"/>
          <p:cNvSpPr txBox="1"/>
          <p:nvPr/>
        </p:nvSpPr>
        <p:spPr>
          <a:xfrm>
            <a:off x="908769" y="14481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6" name="Google Shape;466;p30"/>
          <p:cNvSpPr txBox="1"/>
          <p:nvPr/>
        </p:nvSpPr>
        <p:spPr>
          <a:xfrm>
            <a:off x="908769" y="21816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7" name="Google Shape;467;p30"/>
          <p:cNvSpPr txBox="1"/>
          <p:nvPr/>
        </p:nvSpPr>
        <p:spPr>
          <a:xfrm>
            <a:off x="908769" y="29151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8" name="Google Shape;468;p30"/>
          <p:cNvSpPr txBox="1"/>
          <p:nvPr/>
        </p:nvSpPr>
        <p:spPr>
          <a:xfrm>
            <a:off x="908769" y="36485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9" name="Google Shape;469;p30"/>
          <p:cNvSpPr txBox="1"/>
          <p:nvPr/>
        </p:nvSpPr>
        <p:spPr>
          <a:xfrm>
            <a:off x="4814169" y="14482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70" name="Google Shape;470;p30"/>
          <p:cNvSpPr txBox="1"/>
          <p:nvPr/>
        </p:nvSpPr>
        <p:spPr>
          <a:xfrm>
            <a:off x="4814169" y="2181664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71" name="Google Shape;471;p30"/>
          <p:cNvSpPr txBox="1"/>
          <p:nvPr/>
        </p:nvSpPr>
        <p:spPr>
          <a:xfrm>
            <a:off x="4814169" y="29151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6 - Table des matières [8]">
  <p:cSld name="96 - Table des matières [8]"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1"/>
          <p:cNvSpPr txBox="1">
            <a:spLocks noGrp="1"/>
          </p:cNvSpPr>
          <p:nvPr>
            <p:ph type="title"/>
          </p:nvPr>
        </p:nvSpPr>
        <p:spPr>
          <a:xfrm>
            <a:off x="829600" y="89702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4" name="Google Shape;474;p31"/>
          <p:cNvSpPr txBox="1">
            <a:spLocks noGrp="1"/>
          </p:cNvSpPr>
          <p:nvPr>
            <p:ph type="body" idx="1"/>
          </p:nvPr>
        </p:nvSpPr>
        <p:spPr>
          <a:xfrm>
            <a:off x="1681525" y="139775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5" name="Google Shape;475;p31"/>
          <p:cNvSpPr txBox="1">
            <a:spLocks noGrp="1"/>
          </p:cNvSpPr>
          <p:nvPr>
            <p:ph type="body" idx="2"/>
          </p:nvPr>
        </p:nvSpPr>
        <p:spPr>
          <a:xfrm>
            <a:off x="1681525" y="212070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6" name="Google Shape;476;p31"/>
          <p:cNvSpPr txBox="1">
            <a:spLocks noGrp="1"/>
          </p:cNvSpPr>
          <p:nvPr>
            <p:ph type="body" idx="3"/>
          </p:nvPr>
        </p:nvSpPr>
        <p:spPr>
          <a:xfrm>
            <a:off x="1681525" y="285205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7" name="Google Shape;477;p31"/>
          <p:cNvSpPr txBox="1">
            <a:spLocks noGrp="1"/>
          </p:cNvSpPr>
          <p:nvPr>
            <p:ph type="body" idx="4"/>
          </p:nvPr>
        </p:nvSpPr>
        <p:spPr>
          <a:xfrm>
            <a:off x="1681525" y="358550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8" name="Google Shape;478;p31"/>
          <p:cNvSpPr txBox="1">
            <a:spLocks noGrp="1"/>
          </p:cNvSpPr>
          <p:nvPr>
            <p:ph type="body" idx="5"/>
          </p:nvPr>
        </p:nvSpPr>
        <p:spPr>
          <a:xfrm>
            <a:off x="5619625" y="139780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9" name="Google Shape;479;p31"/>
          <p:cNvSpPr txBox="1">
            <a:spLocks noGrp="1"/>
          </p:cNvSpPr>
          <p:nvPr>
            <p:ph type="body" idx="6"/>
          </p:nvPr>
        </p:nvSpPr>
        <p:spPr>
          <a:xfrm>
            <a:off x="5619625" y="212075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80" name="Google Shape;480;p31"/>
          <p:cNvSpPr txBox="1">
            <a:spLocks noGrp="1"/>
          </p:cNvSpPr>
          <p:nvPr>
            <p:ph type="body" idx="7"/>
          </p:nvPr>
        </p:nvSpPr>
        <p:spPr>
          <a:xfrm>
            <a:off x="5619625" y="284340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81" name="Google Shape;481;p31"/>
          <p:cNvSpPr txBox="1">
            <a:spLocks noGrp="1"/>
          </p:cNvSpPr>
          <p:nvPr>
            <p:ph type="body" idx="8"/>
          </p:nvPr>
        </p:nvSpPr>
        <p:spPr>
          <a:xfrm>
            <a:off x="5619625" y="356635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82" name="Google Shape;482;p31"/>
          <p:cNvSpPr/>
          <p:nvPr/>
        </p:nvSpPr>
        <p:spPr>
          <a:xfrm rot="5400000">
            <a:off x="4788825" y="13976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3" name="Google Shape;483;p31"/>
          <p:cNvSpPr/>
          <p:nvPr/>
        </p:nvSpPr>
        <p:spPr>
          <a:xfrm rot="5400000">
            <a:off x="4788825" y="21205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4" name="Google Shape;484;p31"/>
          <p:cNvSpPr/>
          <p:nvPr/>
        </p:nvSpPr>
        <p:spPr>
          <a:xfrm rot="5400000">
            <a:off x="4788825" y="28435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5" name="Google Shape;485;p31"/>
          <p:cNvSpPr/>
          <p:nvPr/>
        </p:nvSpPr>
        <p:spPr>
          <a:xfrm rot="5400000">
            <a:off x="883425" y="35769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6" name="Google Shape;486;p31"/>
          <p:cNvSpPr/>
          <p:nvPr/>
        </p:nvSpPr>
        <p:spPr>
          <a:xfrm rot="5400000">
            <a:off x="883425" y="21205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7" name="Google Shape;487;p31"/>
          <p:cNvSpPr/>
          <p:nvPr/>
        </p:nvSpPr>
        <p:spPr>
          <a:xfrm rot="5400000">
            <a:off x="883425" y="28435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8" name="Google Shape;488;p31"/>
          <p:cNvSpPr/>
          <p:nvPr/>
        </p:nvSpPr>
        <p:spPr>
          <a:xfrm rot="5400000">
            <a:off x="883425" y="13976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9" name="Google Shape;489;p31"/>
          <p:cNvSpPr txBox="1"/>
          <p:nvPr/>
        </p:nvSpPr>
        <p:spPr>
          <a:xfrm>
            <a:off x="908769" y="14481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0" name="Google Shape;490;p31"/>
          <p:cNvSpPr txBox="1"/>
          <p:nvPr/>
        </p:nvSpPr>
        <p:spPr>
          <a:xfrm>
            <a:off x="908769" y="21816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1" name="Google Shape;491;p31"/>
          <p:cNvSpPr txBox="1"/>
          <p:nvPr/>
        </p:nvSpPr>
        <p:spPr>
          <a:xfrm>
            <a:off x="908769" y="29151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2" name="Google Shape;492;p31"/>
          <p:cNvSpPr txBox="1"/>
          <p:nvPr/>
        </p:nvSpPr>
        <p:spPr>
          <a:xfrm>
            <a:off x="908769" y="36485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3" name="Google Shape;493;p31"/>
          <p:cNvSpPr txBox="1"/>
          <p:nvPr/>
        </p:nvSpPr>
        <p:spPr>
          <a:xfrm>
            <a:off x="4814169" y="14482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4" name="Google Shape;494;p31"/>
          <p:cNvSpPr txBox="1"/>
          <p:nvPr/>
        </p:nvSpPr>
        <p:spPr>
          <a:xfrm>
            <a:off x="4814169" y="2181664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5" name="Google Shape;495;p31"/>
          <p:cNvSpPr txBox="1"/>
          <p:nvPr/>
        </p:nvSpPr>
        <p:spPr>
          <a:xfrm>
            <a:off x="4814169" y="29151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6" name="Google Shape;496;p31"/>
          <p:cNvSpPr/>
          <p:nvPr/>
        </p:nvSpPr>
        <p:spPr>
          <a:xfrm rot="5400000">
            <a:off x="4788825" y="356642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97" name="Google Shape;497;p31"/>
          <p:cNvSpPr txBox="1"/>
          <p:nvPr/>
        </p:nvSpPr>
        <p:spPr>
          <a:xfrm>
            <a:off x="4814169" y="3638040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08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7 - Table des matières [9]">
  <p:cSld name="97 - Table des matières [9]"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2"/>
          <p:cNvSpPr txBox="1">
            <a:spLocks noGrp="1"/>
          </p:cNvSpPr>
          <p:nvPr>
            <p:ph type="title"/>
          </p:nvPr>
        </p:nvSpPr>
        <p:spPr>
          <a:xfrm>
            <a:off x="564931" y="362212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0" name="Google Shape;500;p32"/>
          <p:cNvSpPr txBox="1">
            <a:spLocks noGrp="1"/>
          </p:cNvSpPr>
          <p:nvPr>
            <p:ph type="body" idx="1"/>
          </p:nvPr>
        </p:nvSpPr>
        <p:spPr>
          <a:xfrm>
            <a:off x="1681525" y="1122425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1" name="Google Shape;501;p32"/>
          <p:cNvSpPr txBox="1">
            <a:spLocks noGrp="1"/>
          </p:cNvSpPr>
          <p:nvPr>
            <p:ph type="body" idx="2"/>
          </p:nvPr>
        </p:nvSpPr>
        <p:spPr>
          <a:xfrm>
            <a:off x="1681525" y="1819575"/>
            <a:ext cx="28149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2" name="Google Shape;502;p32"/>
          <p:cNvSpPr txBox="1">
            <a:spLocks noGrp="1"/>
          </p:cNvSpPr>
          <p:nvPr>
            <p:ph type="body" idx="3"/>
          </p:nvPr>
        </p:nvSpPr>
        <p:spPr>
          <a:xfrm>
            <a:off x="1681525" y="2490025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3" name="Google Shape;503;p32"/>
          <p:cNvSpPr txBox="1">
            <a:spLocks noGrp="1"/>
          </p:cNvSpPr>
          <p:nvPr>
            <p:ph type="body" idx="4"/>
          </p:nvPr>
        </p:nvSpPr>
        <p:spPr>
          <a:xfrm>
            <a:off x="1681525" y="3286475"/>
            <a:ext cx="28149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4" name="Google Shape;504;p32"/>
          <p:cNvSpPr txBox="1">
            <a:spLocks noGrp="1"/>
          </p:cNvSpPr>
          <p:nvPr>
            <p:ph type="body" idx="5"/>
          </p:nvPr>
        </p:nvSpPr>
        <p:spPr>
          <a:xfrm>
            <a:off x="1681525" y="3978875"/>
            <a:ext cx="28149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5" name="Google Shape;505;p32"/>
          <p:cNvSpPr txBox="1">
            <a:spLocks noGrp="1"/>
          </p:cNvSpPr>
          <p:nvPr>
            <p:ph type="body" idx="6"/>
          </p:nvPr>
        </p:nvSpPr>
        <p:spPr>
          <a:xfrm>
            <a:off x="5619625" y="107717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6" name="Google Shape;506;p32"/>
          <p:cNvSpPr txBox="1">
            <a:spLocks noGrp="1"/>
          </p:cNvSpPr>
          <p:nvPr>
            <p:ph type="body" idx="7"/>
          </p:nvPr>
        </p:nvSpPr>
        <p:spPr>
          <a:xfrm>
            <a:off x="5619625" y="181062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7" name="Google Shape;507;p32"/>
          <p:cNvSpPr txBox="1">
            <a:spLocks noGrp="1"/>
          </p:cNvSpPr>
          <p:nvPr>
            <p:ph type="body" idx="8"/>
          </p:nvPr>
        </p:nvSpPr>
        <p:spPr>
          <a:xfrm>
            <a:off x="5619625" y="260707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8" name="Google Shape;508;p32"/>
          <p:cNvSpPr txBox="1">
            <a:spLocks noGrp="1"/>
          </p:cNvSpPr>
          <p:nvPr>
            <p:ph type="body" idx="9"/>
          </p:nvPr>
        </p:nvSpPr>
        <p:spPr>
          <a:xfrm>
            <a:off x="5619625" y="321452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9" name="Google Shape;509;p32"/>
          <p:cNvSpPr/>
          <p:nvPr/>
        </p:nvSpPr>
        <p:spPr>
          <a:xfrm rot="5400000">
            <a:off x="883425" y="39970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0" name="Google Shape;510;p32"/>
          <p:cNvSpPr/>
          <p:nvPr/>
        </p:nvSpPr>
        <p:spPr>
          <a:xfrm rot="5400000">
            <a:off x="4788825" y="108853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1" name="Google Shape;511;p32"/>
          <p:cNvSpPr/>
          <p:nvPr/>
        </p:nvSpPr>
        <p:spPr>
          <a:xfrm rot="5400000">
            <a:off x="4788825" y="1811462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2" name="Google Shape;512;p32"/>
          <p:cNvSpPr/>
          <p:nvPr/>
        </p:nvSpPr>
        <p:spPr>
          <a:xfrm rot="5400000">
            <a:off x="883425" y="32721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3" name="Google Shape;513;p32"/>
          <p:cNvSpPr/>
          <p:nvPr/>
        </p:nvSpPr>
        <p:spPr>
          <a:xfrm rot="5400000">
            <a:off x="883425" y="18157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4" name="Google Shape;514;p32"/>
          <p:cNvSpPr/>
          <p:nvPr/>
        </p:nvSpPr>
        <p:spPr>
          <a:xfrm rot="5400000">
            <a:off x="883425" y="25387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5" name="Google Shape;515;p32"/>
          <p:cNvSpPr/>
          <p:nvPr/>
        </p:nvSpPr>
        <p:spPr>
          <a:xfrm rot="5400000">
            <a:off x="883425" y="10928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6" name="Google Shape;516;p32"/>
          <p:cNvSpPr txBox="1"/>
          <p:nvPr/>
        </p:nvSpPr>
        <p:spPr>
          <a:xfrm>
            <a:off x="908769" y="11433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7" name="Google Shape;517;p32"/>
          <p:cNvSpPr txBox="1"/>
          <p:nvPr/>
        </p:nvSpPr>
        <p:spPr>
          <a:xfrm>
            <a:off x="908769" y="18768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8" name="Google Shape;518;p32"/>
          <p:cNvSpPr txBox="1"/>
          <p:nvPr/>
        </p:nvSpPr>
        <p:spPr>
          <a:xfrm>
            <a:off x="908769" y="26103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9" name="Google Shape;519;p32"/>
          <p:cNvSpPr txBox="1"/>
          <p:nvPr/>
        </p:nvSpPr>
        <p:spPr>
          <a:xfrm>
            <a:off x="908769" y="33437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0" name="Google Shape;520;p32"/>
          <p:cNvSpPr txBox="1"/>
          <p:nvPr/>
        </p:nvSpPr>
        <p:spPr>
          <a:xfrm>
            <a:off x="908769" y="404756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1" name="Google Shape;521;p32"/>
          <p:cNvSpPr txBox="1"/>
          <p:nvPr/>
        </p:nvSpPr>
        <p:spPr>
          <a:xfrm>
            <a:off x="4814169" y="114962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2" name="Google Shape;522;p32"/>
          <p:cNvSpPr txBox="1"/>
          <p:nvPr/>
        </p:nvSpPr>
        <p:spPr>
          <a:xfrm>
            <a:off x="4814169" y="188307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3" name="Google Shape;523;p32"/>
          <p:cNvSpPr/>
          <p:nvPr/>
        </p:nvSpPr>
        <p:spPr>
          <a:xfrm rot="5400000">
            <a:off x="4788825" y="253438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24" name="Google Shape;524;p32"/>
          <p:cNvSpPr txBox="1"/>
          <p:nvPr/>
        </p:nvSpPr>
        <p:spPr>
          <a:xfrm>
            <a:off x="4814169" y="26060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08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5" name="Google Shape;525;p32"/>
          <p:cNvSpPr/>
          <p:nvPr/>
        </p:nvSpPr>
        <p:spPr>
          <a:xfrm rot="5400000">
            <a:off x="4788825" y="325733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26" name="Google Shape;526;p32"/>
          <p:cNvSpPr txBox="1"/>
          <p:nvPr/>
        </p:nvSpPr>
        <p:spPr>
          <a:xfrm>
            <a:off x="4814169" y="33289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09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8 - Table des matières [10]">
  <p:cSld name="98 - Table des matières [10]"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3"/>
          <p:cNvSpPr txBox="1">
            <a:spLocks noGrp="1"/>
          </p:cNvSpPr>
          <p:nvPr>
            <p:ph type="title"/>
          </p:nvPr>
        </p:nvSpPr>
        <p:spPr>
          <a:xfrm>
            <a:off x="564931" y="362212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29" name="Google Shape;529;p33"/>
          <p:cNvSpPr txBox="1">
            <a:spLocks noGrp="1"/>
          </p:cNvSpPr>
          <p:nvPr>
            <p:ph type="body" idx="1"/>
          </p:nvPr>
        </p:nvSpPr>
        <p:spPr>
          <a:xfrm>
            <a:off x="1678225" y="1122425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0" name="Google Shape;530;p33"/>
          <p:cNvSpPr txBox="1">
            <a:spLocks noGrp="1"/>
          </p:cNvSpPr>
          <p:nvPr>
            <p:ph type="body" idx="2"/>
          </p:nvPr>
        </p:nvSpPr>
        <p:spPr>
          <a:xfrm>
            <a:off x="1678225" y="1819575"/>
            <a:ext cx="28182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1" name="Google Shape;531;p33"/>
          <p:cNvSpPr txBox="1">
            <a:spLocks noGrp="1"/>
          </p:cNvSpPr>
          <p:nvPr>
            <p:ph type="body" idx="3"/>
          </p:nvPr>
        </p:nvSpPr>
        <p:spPr>
          <a:xfrm>
            <a:off x="1678225" y="2553025"/>
            <a:ext cx="28182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2" name="Google Shape;532;p33"/>
          <p:cNvSpPr txBox="1">
            <a:spLocks noGrp="1"/>
          </p:cNvSpPr>
          <p:nvPr>
            <p:ph type="body" idx="4"/>
          </p:nvPr>
        </p:nvSpPr>
        <p:spPr>
          <a:xfrm>
            <a:off x="1678125" y="3286475"/>
            <a:ext cx="28182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3" name="Google Shape;533;p33"/>
          <p:cNvSpPr txBox="1">
            <a:spLocks noGrp="1"/>
          </p:cNvSpPr>
          <p:nvPr>
            <p:ph type="body" idx="5"/>
          </p:nvPr>
        </p:nvSpPr>
        <p:spPr>
          <a:xfrm>
            <a:off x="1681525" y="4015175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4" name="Google Shape;534;p33"/>
          <p:cNvSpPr txBox="1">
            <a:spLocks noGrp="1"/>
          </p:cNvSpPr>
          <p:nvPr>
            <p:ph type="body" idx="6"/>
          </p:nvPr>
        </p:nvSpPr>
        <p:spPr>
          <a:xfrm>
            <a:off x="5619625" y="114017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5" name="Google Shape;535;p33"/>
          <p:cNvSpPr txBox="1">
            <a:spLocks noGrp="1"/>
          </p:cNvSpPr>
          <p:nvPr>
            <p:ph type="body" idx="7"/>
          </p:nvPr>
        </p:nvSpPr>
        <p:spPr>
          <a:xfrm>
            <a:off x="5619625" y="187362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6" name="Google Shape;536;p33"/>
          <p:cNvSpPr txBox="1">
            <a:spLocks noGrp="1"/>
          </p:cNvSpPr>
          <p:nvPr>
            <p:ph type="body" idx="8"/>
          </p:nvPr>
        </p:nvSpPr>
        <p:spPr>
          <a:xfrm>
            <a:off x="5619625" y="254407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7" name="Google Shape;537;p33"/>
          <p:cNvSpPr txBox="1">
            <a:spLocks noGrp="1"/>
          </p:cNvSpPr>
          <p:nvPr>
            <p:ph type="body" idx="9"/>
          </p:nvPr>
        </p:nvSpPr>
        <p:spPr>
          <a:xfrm>
            <a:off x="5619625" y="334052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8" name="Google Shape;538;p33"/>
          <p:cNvSpPr txBox="1">
            <a:spLocks noGrp="1"/>
          </p:cNvSpPr>
          <p:nvPr>
            <p:ph type="body" idx="13"/>
          </p:nvPr>
        </p:nvSpPr>
        <p:spPr>
          <a:xfrm>
            <a:off x="5619625" y="403292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9" name="Google Shape;539;p33"/>
          <p:cNvSpPr/>
          <p:nvPr/>
        </p:nvSpPr>
        <p:spPr>
          <a:xfrm rot="5400000">
            <a:off x="883425" y="39970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0" name="Google Shape;540;p33"/>
          <p:cNvSpPr/>
          <p:nvPr/>
        </p:nvSpPr>
        <p:spPr>
          <a:xfrm rot="5400000">
            <a:off x="4788825" y="108853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1" name="Google Shape;541;p33"/>
          <p:cNvSpPr/>
          <p:nvPr/>
        </p:nvSpPr>
        <p:spPr>
          <a:xfrm rot="5400000">
            <a:off x="4788825" y="1811462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2" name="Google Shape;542;p33"/>
          <p:cNvSpPr/>
          <p:nvPr/>
        </p:nvSpPr>
        <p:spPr>
          <a:xfrm rot="5400000">
            <a:off x="883425" y="32721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3" name="Google Shape;543;p33"/>
          <p:cNvSpPr/>
          <p:nvPr/>
        </p:nvSpPr>
        <p:spPr>
          <a:xfrm rot="5400000">
            <a:off x="883425" y="18157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4" name="Google Shape;544;p33"/>
          <p:cNvSpPr/>
          <p:nvPr/>
        </p:nvSpPr>
        <p:spPr>
          <a:xfrm rot="5400000">
            <a:off x="883425" y="25387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5" name="Google Shape;545;p33"/>
          <p:cNvSpPr/>
          <p:nvPr/>
        </p:nvSpPr>
        <p:spPr>
          <a:xfrm rot="5400000">
            <a:off x="883425" y="10928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6" name="Google Shape;546;p33"/>
          <p:cNvSpPr txBox="1"/>
          <p:nvPr/>
        </p:nvSpPr>
        <p:spPr>
          <a:xfrm>
            <a:off x="908769" y="11433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47" name="Google Shape;547;p33"/>
          <p:cNvSpPr txBox="1"/>
          <p:nvPr/>
        </p:nvSpPr>
        <p:spPr>
          <a:xfrm>
            <a:off x="908769" y="18768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48" name="Google Shape;548;p33"/>
          <p:cNvSpPr txBox="1"/>
          <p:nvPr/>
        </p:nvSpPr>
        <p:spPr>
          <a:xfrm>
            <a:off x="908769" y="26103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49" name="Google Shape;549;p33"/>
          <p:cNvSpPr txBox="1"/>
          <p:nvPr/>
        </p:nvSpPr>
        <p:spPr>
          <a:xfrm>
            <a:off x="908769" y="33437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0" name="Google Shape;550;p33"/>
          <p:cNvSpPr txBox="1"/>
          <p:nvPr/>
        </p:nvSpPr>
        <p:spPr>
          <a:xfrm>
            <a:off x="908769" y="404756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1" name="Google Shape;551;p33"/>
          <p:cNvSpPr txBox="1"/>
          <p:nvPr/>
        </p:nvSpPr>
        <p:spPr>
          <a:xfrm>
            <a:off x="4814169" y="114962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2" name="Google Shape;552;p33"/>
          <p:cNvSpPr txBox="1"/>
          <p:nvPr/>
        </p:nvSpPr>
        <p:spPr>
          <a:xfrm>
            <a:off x="4814169" y="188307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3" name="Google Shape;553;p33"/>
          <p:cNvSpPr/>
          <p:nvPr/>
        </p:nvSpPr>
        <p:spPr>
          <a:xfrm rot="5400000">
            <a:off x="4788825" y="253438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54" name="Google Shape;554;p33"/>
          <p:cNvSpPr txBox="1"/>
          <p:nvPr/>
        </p:nvSpPr>
        <p:spPr>
          <a:xfrm>
            <a:off x="4814169" y="26060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08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5" name="Google Shape;555;p33"/>
          <p:cNvSpPr/>
          <p:nvPr/>
        </p:nvSpPr>
        <p:spPr>
          <a:xfrm rot="5400000">
            <a:off x="4788825" y="326138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56" name="Google Shape;556;p33"/>
          <p:cNvSpPr txBox="1"/>
          <p:nvPr/>
        </p:nvSpPr>
        <p:spPr>
          <a:xfrm>
            <a:off x="4814169" y="33330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09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7" name="Google Shape;557;p33"/>
          <p:cNvSpPr/>
          <p:nvPr/>
        </p:nvSpPr>
        <p:spPr>
          <a:xfrm rot="5400000">
            <a:off x="4788825" y="39970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58" name="Google Shape;558;p33"/>
          <p:cNvSpPr txBox="1"/>
          <p:nvPr/>
        </p:nvSpPr>
        <p:spPr>
          <a:xfrm>
            <a:off x="4814169" y="404756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10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9 - Table des matières [all]">
  <p:cSld name="99 - Table des matières [all]"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4"/>
          <p:cNvSpPr txBox="1">
            <a:spLocks noGrp="1"/>
          </p:cNvSpPr>
          <p:nvPr>
            <p:ph type="title"/>
          </p:nvPr>
        </p:nvSpPr>
        <p:spPr>
          <a:xfrm>
            <a:off x="564931" y="360737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61" name="Google Shape;561;p34"/>
          <p:cNvSpPr txBox="1">
            <a:spLocks noGrp="1"/>
          </p:cNvSpPr>
          <p:nvPr>
            <p:ph type="body" idx="1"/>
          </p:nvPr>
        </p:nvSpPr>
        <p:spPr>
          <a:xfrm>
            <a:off x="571500" y="803050"/>
            <a:ext cx="7053000" cy="40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62" name="Google Shape;562;p34"/>
          <p:cNvSpPr txBox="1">
            <a:spLocks noGrp="1"/>
          </p:cNvSpPr>
          <p:nvPr>
            <p:ph type="body" idx="2"/>
          </p:nvPr>
        </p:nvSpPr>
        <p:spPr>
          <a:xfrm>
            <a:off x="7624600" y="803050"/>
            <a:ext cx="1016100" cy="40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276301" y="292130"/>
            <a:ext cx="170063" cy="166438"/>
            <a:chOff x="6838242" y="518225"/>
            <a:chExt cx="1247708" cy="1221114"/>
          </a:xfrm>
        </p:grpSpPr>
        <p:sp>
          <p:nvSpPr>
            <p:cNvPr id="7" name="Google Shape;7;p1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8" name="Google Shape;8;p1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9" name="Google Shape;9;p1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10" name="Google Shape;10;p1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11" name="Google Shape;11;p1"/>
          <p:cNvCxnSpPr>
            <a:stCxn id="12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1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4" name="Google Shape;14;p1"/>
          <p:cNvCxnSpPr>
            <a:endCxn id="13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" name="Google Shape;15;p1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" name="Google Shape;12;p1"/>
          <p:cNvSpPr/>
          <p:nvPr/>
        </p:nvSpPr>
        <p:spPr>
          <a:xfrm rot="-5400000" flipH="1">
            <a:off x="85752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6" name="Google Shape;16;p1"/>
          <p:cNvCxnSpPr>
            <a:stCxn id="15" idx="2"/>
            <a:endCxn id="13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" name="Google Shape;17;p1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5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  <p:sldLayoutId id="2147483672" r:id="rId23"/>
    <p:sldLayoutId id="2147483673" r:id="rId24"/>
    <p:sldLayoutId id="2147483674" r:id="rId25"/>
    <p:sldLayoutId id="2147483675" r:id="rId26"/>
    <p:sldLayoutId id="2147483676" r:id="rId27"/>
    <p:sldLayoutId id="2147483677" r:id="rId28"/>
    <p:sldLayoutId id="2147483678" r:id="rId29"/>
    <p:sldLayoutId id="2147483679" r:id="rId30"/>
    <p:sldLayoutId id="2147483680" r:id="rId3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96">
          <p15:clr>
            <a:srgbClr val="EA4335"/>
          </p15:clr>
        </p15:guide>
        <p15:guide id="2" pos="2880">
          <p15:clr>
            <a:srgbClr val="EA4335"/>
          </p15:clr>
        </p15:guide>
        <p15:guide id="3" orient="horz" pos="3064">
          <p15:clr>
            <a:srgbClr val="EA4335"/>
          </p15:clr>
        </p15:guide>
        <p15:guide id="4" orient="horz" pos="236">
          <p15:clr>
            <a:srgbClr val="EA4335"/>
          </p15:clr>
        </p15:guide>
        <p15:guide id="5" pos="360">
          <p15:clr>
            <a:srgbClr val="EA4335"/>
          </p15:clr>
        </p15:guide>
        <p15:guide id="6" pos="5403">
          <p15:clr>
            <a:srgbClr val="EA4335"/>
          </p15:clr>
        </p15:guide>
        <p15:guide id="7" orient="horz" pos="515">
          <p15:clr>
            <a:srgbClr val="E46962"/>
          </p15:clr>
        </p15:guide>
        <p15:guide id="8" orient="horz" pos="802">
          <p15:clr>
            <a:srgbClr val="E46962"/>
          </p15:clr>
        </p15:guide>
        <p15:guide id="9" pos="3697">
          <p15:clr>
            <a:srgbClr val="E46962"/>
          </p15:clr>
        </p15:guide>
        <p15:guide id="10" pos="2168">
          <p15:clr>
            <a:srgbClr val="E46962"/>
          </p15:clr>
        </p15:guide>
        <p15:guide id="11" pos="3372">
          <p15:clr>
            <a:srgbClr val="E46962"/>
          </p15:clr>
        </p15:guide>
        <p15:guide id="12" pos="2484">
          <p15:clr>
            <a:srgbClr val="E46962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ocs.google.com/forms/d/e/1FAIpQLSdsdLa5pHJ5McWA0KPScw4Op8M0EZXBt4WTyRWLyk_cmQuwMQ/viewform" TargetMode="External"/><Relationship Id="rId4" Type="http://schemas.openxmlformats.org/officeDocument/2006/relationships/hyperlink" Target="https://mattermost.octo.tools/octo/pl/oafybpwsc3bbzdpxuk16gtspty" TargetMode="External"/><Relationship Id="rId5" Type="http://schemas.openxmlformats.org/officeDocument/2006/relationships/hyperlink" Target="https://script.google.com/a/octo.com/macros/s/AKfycbxo0URVK9I07kw4xveHGI00WUhzz4coonj0WDNCK_xMTwfpQoiFJGl3QKPKDgNagrDGrA/exec" TargetMode="External"/><Relationship Id="rId6" Type="http://schemas.openxmlformats.org/officeDocument/2006/relationships/hyperlink" Target="https://octo.atlassian.net/wiki/spaces/OCTO/pages/4945477635/Super+Powered+by+AI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7" name="Google Shape;567;p35"/>
          <p:cNvPicPr preferRelativeResize="0"/>
          <p:nvPr/>
        </p:nvPicPr>
        <p:blipFill rotWithShape="1">
          <a:blip r:embed="rId3">
            <a:alphaModFix/>
          </a:blip>
          <a:srcRect t="7798" b="7807"/>
          <a:stretch/>
        </p:blipFill>
        <p:spPr>
          <a:xfrm>
            <a:off x="-3425" y="0"/>
            <a:ext cx="9144000" cy="51435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</p:pic>
      <p:sp>
        <p:nvSpPr>
          <p:cNvPr id="568" name="Google Shape;568;p35"/>
          <p:cNvSpPr/>
          <p:nvPr/>
        </p:nvSpPr>
        <p:spPr>
          <a:xfrm>
            <a:off x="0" y="0"/>
            <a:ext cx="9144000" cy="5143500"/>
          </a:xfrm>
          <a:prstGeom prst="roundRect">
            <a:avLst>
              <a:gd name="adj" fmla="val 0"/>
            </a:avLst>
          </a:prstGeom>
          <a:solidFill>
            <a:srgbClr val="133B9D">
              <a:alpha val="683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None/>
            </a:pPr>
            <a:endParaRPr sz="14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69" name="Google Shape;569;p35"/>
          <p:cNvSpPr txBox="1"/>
          <p:nvPr/>
        </p:nvSpPr>
        <p:spPr>
          <a:xfrm rot="-5400000">
            <a:off x="8770600" y="2458900"/>
            <a:ext cx="548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entury Gothic"/>
              <a:buNone/>
            </a:pPr>
            <a:fld id="{00000000-1234-1234-1234-123412341234}" type="slidenum">
              <a:rPr lang="en-US" sz="800" i="0" u="none" strike="noStrike" cap="none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>1</a:t>
            </a:fld>
            <a:endParaRPr sz="800" i="0" u="none" strike="noStrike" cap="non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70" name="Google Shape;570;p35"/>
          <p:cNvSpPr txBox="1"/>
          <p:nvPr/>
        </p:nvSpPr>
        <p:spPr>
          <a:xfrm rot="-5400000">
            <a:off x="8770600" y="2458900"/>
            <a:ext cx="548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entury Gothic"/>
              <a:buNone/>
            </a:pPr>
            <a:fld id="{00000000-1234-1234-1234-123412341234}" type="slidenum">
              <a:rPr lang="en-US" sz="800" i="0" u="none" strike="noStrike" cap="none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>1</a:t>
            </a:fld>
            <a:endParaRPr sz="800" i="0" u="none" strike="noStrike" cap="non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cxnSp>
        <p:nvCxnSpPr>
          <p:cNvPr id="571" name="Google Shape;571;p35"/>
          <p:cNvCxnSpPr/>
          <p:nvPr/>
        </p:nvCxnSpPr>
        <p:spPr>
          <a:xfrm>
            <a:off x="5575700" y="3411150"/>
            <a:ext cx="0" cy="942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72" name="Google Shape;572;p35"/>
          <p:cNvSpPr/>
          <p:nvPr/>
        </p:nvSpPr>
        <p:spPr>
          <a:xfrm>
            <a:off x="3988625" y="36184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3" name="Google Shape;573;p35"/>
          <p:cNvGrpSpPr/>
          <p:nvPr/>
        </p:nvGrpSpPr>
        <p:grpSpPr>
          <a:xfrm>
            <a:off x="2164723" y="1336860"/>
            <a:ext cx="4598402" cy="1873225"/>
            <a:chOff x="2164723" y="1336860"/>
            <a:chExt cx="4598402" cy="1873225"/>
          </a:xfrm>
        </p:grpSpPr>
        <p:cxnSp>
          <p:nvCxnSpPr>
            <p:cNvPr id="574" name="Google Shape;574;p35"/>
            <p:cNvCxnSpPr/>
            <p:nvPr/>
          </p:nvCxnSpPr>
          <p:spPr>
            <a:xfrm>
              <a:off x="3064700" y="3175550"/>
              <a:ext cx="3698100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75" name="Google Shape;575;p35"/>
            <p:cNvSpPr/>
            <p:nvPr/>
          </p:nvSpPr>
          <p:spPr>
            <a:xfrm>
              <a:off x="4924425" y="1371385"/>
              <a:ext cx="1838700" cy="17955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76" name="Google Shape;576;p35"/>
            <p:cNvCxnSpPr>
              <a:endCxn id="575" idx="2"/>
            </p:cNvCxnSpPr>
            <p:nvPr/>
          </p:nvCxnSpPr>
          <p:spPr>
            <a:xfrm rot="10800000">
              <a:off x="6761983" y="2313858"/>
              <a:ext cx="0" cy="8616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77" name="Google Shape;577;p35"/>
            <p:cNvSpPr/>
            <p:nvPr/>
          </p:nvSpPr>
          <p:spPr>
            <a:xfrm rot="-5399439">
              <a:off x="2143273" y="1392985"/>
              <a:ext cx="1838700" cy="17955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35"/>
            <p:cNvSpPr/>
            <p:nvPr/>
          </p:nvSpPr>
          <p:spPr>
            <a:xfrm rot="-5400561" flipH="1">
              <a:off x="2143273" y="1358460"/>
              <a:ext cx="1838700" cy="17955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79" name="Google Shape;579;p35"/>
            <p:cNvCxnSpPr>
              <a:stCxn id="577" idx="2"/>
              <a:endCxn id="575" idx="0"/>
            </p:cNvCxnSpPr>
            <p:nvPr/>
          </p:nvCxnSpPr>
          <p:spPr>
            <a:xfrm>
              <a:off x="3065855" y="1371390"/>
              <a:ext cx="2788800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80" name="Google Shape;580;p35"/>
          <p:cNvGrpSpPr/>
          <p:nvPr/>
        </p:nvGrpSpPr>
        <p:grpSpPr>
          <a:xfrm rot="10800000">
            <a:off x="4572194" y="3152774"/>
            <a:ext cx="2605006" cy="616751"/>
            <a:chOff x="2164721" y="1366095"/>
            <a:chExt cx="4598421" cy="1890134"/>
          </a:xfrm>
        </p:grpSpPr>
        <p:cxnSp>
          <p:nvCxnSpPr>
            <p:cNvPr id="581" name="Google Shape;581;p35"/>
            <p:cNvCxnSpPr>
              <a:stCxn id="582" idx="2"/>
            </p:cNvCxnSpPr>
            <p:nvPr/>
          </p:nvCxnSpPr>
          <p:spPr>
            <a:xfrm>
              <a:off x="2699643" y="3175685"/>
              <a:ext cx="4063500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83" name="Google Shape;583;p35"/>
            <p:cNvSpPr/>
            <p:nvPr/>
          </p:nvSpPr>
          <p:spPr>
            <a:xfrm>
              <a:off x="5870124" y="1371373"/>
              <a:ext cx="892800" cy="14763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84" name="Google Shape;584;p35"/>
            <p:cNvCxnSpPr>
              <a:endCxn id="583" idx="2"/>
            </p:cNvCxnSpPr>
            <p:nvPr/>
          </p:nvCxnSpPr>
          <p:spPr>
            <a:xfrm rot="10800000">
              <a:off x="6762342" y="2147223"/>
              <a:ext cx="0" cy="10287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85" name="Google Shape;585;p35"/>
            <p:cNvSpPr/>
            <p:nvPr/>
          </p:nvSpPr>
          <p:spPr>
            <a:xfrm rot="-5399453">
              <a:off x="1791865" y="1744079"/>
              <a:ext cx="1885200" cy="11391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5"/>
            <p:cNvSpPr/>
            <p:nvPr/>
          </p:nvSpPr>
          <p:spPr>
            <a:xfrm rot="-5400570" flipH="1">
              <a:off x="1792271" y="1738695"/>
              <a:ext cx="1809600" cy="10644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86" name="Google Shape;586;p35"/>
            <p:cNvCxnSpPr>
              <a:stCxn id="585" idx="2"/>
              <a:endCxn id="583" idx="0"/>
            </p:cNvCxnSpPr>
            <p:nvPr/>
          </p:nvCxnSpPr>
          <p:spPr>
            <a:xfrm>
              <a:off x="2736435" y="1371034"/>
              <a:ext cx="3585300" cy="3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87" name="Google Shape;587;p35"/>
          <p:cNvSpPr txBox="1"/>
          <p:nvPr/>
        </p:nvSpPr>
        <p:spPr>
          <a:xfrm rot="-5400000">
            <a:off x="8220930" y="4230075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sz="600" i="0" u="none" strike="noStrike" cap="none">
              <a:solidFill>
                <a:schemeClr val="lt1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grpSp>
        <p:nvGrpSpPr>
          <p:cNvPr id="588" name="Google Shape;588;p35"/>
          <p:cNvGrpSpPr/>
          <p:nvPr/>
        </p:nvGrpSpPr>
        <p:grpSpPr>
          <a:xfrm>
            <a:off x="276291" y="292119"/>
            <a:ext cx="345989" cy="338615"/>
            <a:chOff x="6838242" y="518225"/>
            <a:chExt cx="1247708" cy="1221114"/>
          </a:xfrm>
        </p:grpSpPr>
        <p:sp>
          <p:nvSpPr>
            <p:cNvPr id="589" name="Google Shape;589;p35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35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35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2" name="Google Shape;592;p35"/>
          <p:cNvSpPr txBox="1"/>
          <p:nvPr/>
        </p:nvSpPr>
        <p:spPr>
          <a:xfrm>
            <a:off x="182043" y="472785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rPr>
              <a:t>DIGITAL THINKERS &amp; DOERS</a:t>
            </a:r>
            <a:endParaRPr sz="600" i="0" u="none" strike="noStrike" cap="none">
              <a:solidFill>
                <a:schemeClr val="lt1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593" name="Google Shape;593;p35"/>
          <p:cNvSpPr txBox="1"/>
          <p:nvPr/>
        </p:nvSpPr>
        <p:spPr>
          <a:xfrm>
            <a:off x="6997200" y="215900"/>
            <a:ext cx="1966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TECHNOLOGY  I  PART OF ACCENTURE</a:t>
            </a:r>
            <a:endParaRPr sz="600" i="0" u="none" strike="noStrike" cap="none">
              <a:solidFill>
                <a:schemeClr val="lt1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594" name="Google Shape;594;p35"/>
          <p:cNvSpPr txBox="1">
            <a:spLocks noGrp="1"/>
          </p:cNvSpPr>
          <p:nvPr>
            <p:ph type="title"/>
          </p:nvPr>
        </p:nvSpPr>
        <p:spPr>
          <a:xfrm>
            <a:off x="2717000" y="1879350"/>
            <a:ext cx="3635400" cy="774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[REX] IA export PPT</a:t>
            </a:r>
            <a:endParaRPr dirty="0"/>
          </a:p>
        </p:txBody>
      </p:sp>
      <p:sp>
        <p:nvSpPr>
          <p:cNvPr id="595" name="Google Shape;595;p35"/>
          <p:cNvSpPr txBox="1">
            <a:spLocks noGrp="1"/>
          </p:cNvSpPr>
          <p:nvPr>
            <p:ph type="title" idx="3"/>
          </p:nvPr>
        </p:nvSpPr>
        <p:spPr>
          <a:xfrm>
            <a:off x="5695200" y="3303350"/>
            <a:ext cx="1405200" cy="315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OCTO Technology</a:t>
            </a:r>
            <a:endParaRPr sz="1000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96" name="Google Shape;596;p35"/>
          <p:cNvSpPr txBox="1">
            <a:spLocks noGrp="1"/>
          </p:cNvSpPr>
          <p:nvPr>
            <p:ph type="subTitle" idx="1"/>
          </p:nvPr>
        </p:nvSpPr>
        <p:spPr>
          <a:xfrm>
            <a:off x="2717000" y="2590325"/>
            <a:ext cx="3635400" cy="320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⛱️ L'Été de l'IA</a:t>
            </a:r>
            <a:endParaRPr/>
          </a:p>
        </p:txBody>
      </p:sp>
      <p:sp>
        <p:nvSpPr>
          <p:cNvPr id="597" name="Google Shape;597;p35"/>
          <p:cNvSpPr txBox="1">
            <a:spLocks noGrp="1"/>
          </p:cNvSpPr>
          <p:nvPr>
            <p:ph type="title" idx="2"/>
          </p:nvPr>
        </p:nvSpPr>
        <p:spPr>
          <a:xfrm>
            <a:off x="4707450" y="3303350"/>
            <a:ext cx="732000" cy="315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08.07.26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38"/>
          <p:cNvSpPr txBox="1">
            <a:spLocks noGrp="1"/>
          </p:cNvSpPr>
          <p:nvPr>
            <p:ph type="title"/>
          </p:nvPr>
        </p:nvSpPr>
        <p:spPr>
          <a:xfrm>
            <a:off x="829600" y="1139375"/>
            <a:ext cx="80061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 menu aujourd’hui</a:t>
            </a:r>
            <a:endParaRPr/>
          </a:p>
        </p:txBody>
      </p:sp>
      <p:sp>
        <p:nvSpPr>
          <p:cNvPr id="640" name="Google Shape;640;p38"/>
          <p:cNvSpPr txBox="1">
            <a:spLocks noGrp="1"/>
          </p:cNvSpPr>
          <p:nvPr>
            <p:ph type="body" idx="1"/>
          </p:nvPr>
        </p:nvSpPr>
        <p:spPr>
          <a:xfrm>
            <a:off x="1681525" y="1651075"/>
            <a:ext cx="2814900" cy="65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Contexte</a:t>
            </a:r>
            <a:endParaRPr dirty="0"/>
          </a:p>
        </p:txBody>
      </p:sp>
      <p:sp>
        <p:nvSpPr>
          <p:cNvPr id="641" name="Google Shape;641;p38"/>
          <p:cNvSpPr txBox="1">
            <a:spLocks noGrp="1"/>
          </p:cNvSpPr>
          <p:nvPr>
            <p:ph type="body" idx="2"/>
          </p:nvPr>
        </p:nvSpPr>
        <p:spPr>
          <a:xfrm>
            <a:off x="1681525" y="2447225"/>
            <a:ext cx="2790300" cy="65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Enjeux techniques</a:t>
            </a:r>
            <a:endParaRPr dirty="0"/>
          </a:p>
        </p:txBody>
      </p:sp>
      <p:sp>
        <p:nvSpPr>
          <p:cNvPr id="642" name="Google Shape;642;p38"/>
          <p:cNvSpPr txBox="1">
            <a:spLocks noGrp="1"/>
          </p:cNvSpPr>
          <p:nvPr>
            <p:ph type="body" idx="3"/>
          </p:nvPr>
        </p:nvSpPr>
        <p:spPr>
          <a:xfrm>
            <a:off x="1681525" y="3243675"/>
            <a:ext cx="2814900" cy="65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Mes difficultés &amp; mes réussites</a:t>
            </a:r>
            <a:endParaRPr dirty="0"/>
          </a:p>
        </p:txBody>
      </p:sp>
      <p:sp>
        <p:nvSpPr>
          <p:cNvPr id="643" name="Google Shape;643;p38"/>
          <p:cNvSpPr txBox="1">
            <a:spLocks noGrp="1"/>
          </p:cNvSpPr>
          <p:nvPr>
            <p:ph type="body" idx="4"/>
          </p:nvPr>
        </p:nvSpPr>
        <p:spPr>
          <a:xfrm>
            <a:off x="5619625" y="1650825"/>
            <a:ext cx="2958000" cy="656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Démo</a:t>
            </a:r>
            <a:endParaRPr dirty="0"/>
          </a:p>
        </p:txBody>
      </p:sp>
      <p:sp>
        <p:nvSpPr>
          <p:cNvPr id="644" name="Google Shape;644;p38"/>
          <p:cNvSpPr txBox="1">
            <a:spLocks noGrp="1"/>
          </p:cNvSpPr>
          <p:nvPr>
            <p:ph type="body" idx="5"/>
          </p:nvPr>
        </p:nvSpPr>
        <p:spPr>
          <a:xfrm>
            <a:off x="5619625" y="2447575"/>
            <a:ext cx="2958000" cy="65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Conclusion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39"/>
          <p:cNvSpPr txBox="1">
            <a:spLocks noGrp="1"/>
          </p:cNvSpPr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dirty="0"/>
              <a:t>Contexte</a:t>
            </a:r>
            <a:endParaRPr dirty="0"/>
          </a:p>
        </p:txBody>
      </p:sp>
      <p:sp>
        <p:nvSpPr>
          <p:cNvPr id="650" name="Google Shape;650;p39"/>
          <p:cNvSpPr txBox="1">
            <a:spLocks noGrp="1"/>
          </p:cNvSpPr>
          <p:nvPr>
            <p:ph type="body" idx="1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700"/>
              <a:t>01</a:t>
            </a:r>
            <a:endParaRPr sz="1700" b="1"/>
          </a:p>
        </p:txBody>
      </p:sp>
      <p:pic>
        <p:nvPicPr>
          <p:cNvPr id="651" name="Google Shape;651;p39"/>
          <p:cNvPicPr preferRelativeResize="0"/>
          <p:nvPr/>
        </p:nvPicPr>
        <p:blipFill rotWithShape="1">
          <a:blip r:embed="rId3">
            <a:alphaModFix/>
          </a:blip>
          <a:srcRect t="661" b="671"/>
          <a:stretch/>
        </p:blipFill>
        <p:spPr>
          <a:xfrm>
            <a:off x="1405950" y="1659800"/>
            <a:ext cx="2551200" cy="25515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40"/>
          <p:cNvSpPr txBox="1">
            <a:spLocks noGrp="1"/>
          </p:cNvSpPr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dirty="0"/>
              <a:t>Enjeux techniques</a:t>
            </a:r>
            <a:endParaRPr dirty="0"/>
          </a:p>
        </p:txBody>
      </p:sp>
      <p:sp>
        <p:nvSpPr>
          <p:cNvPr id="657" name="Google Shape;657;p40"/>
          <p:cNvSpPr txBox="1">
            <a:spLocks noGrp="1"/>
          </p:cNvSpPr>
          <p:nvPr>
            <p:ph type="body" idx="1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700"/>
              <a:t>02</a:t>
            </a:r>
            <a:endParaRPr sz="1700" b="1"/>
          </a:p>
        </p:txBody>
      </p:sp>
      <p:pic>
        <p:nvPicPr>
          <p:cNvPr id="658" name="Google Shape;658;p40"/>
          <p:cNvPicPr preferRelativeResize="0"/>
          <p:nvPr/>
        </p:nvPicPr>
        <p:blipFill rotWithShape="1">
          <a:blip r:embed="rId3">
            <a:alphaModFix/>
          </a:blip>
          <a:srcRect t="661" b="671"/>
          <a:stretch/>
        </p:blipFill>
        <p:spPr>
          <a:xfrm>
            <a:off x="1405950" y="1659800"/>
            <a:ext cx="2551200" cy="25515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41"/>
          <p:cNvSpPr txBox="1">
            <a:spLocks noGrp="1"/>
          </p:cNvSpPr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dirty="0"/>
              <a:t>Mes difficultés et mes </a:t>
            </a:r>
            <a:r>
              <a:rPr lang="en-US" dirty="0" err="1"/>
              <a:t>réussites</a:t>
            </a:r>
            <a:endParaRPr dirty="0"/>
          </a:p>
        </p:txBody>
      </p:sp>
      <p:sp>
        <p:nvSpPr>
          <p:cNvPr id="664" name="Google Shape;664;p41"/>
          <p:cNvSpPr txBox="1">
            <a:spLocks noGrp="1"/>
          </p:cNvSpPr>
          <p:nvPr>
            <p:ph type="body" idx="1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700"/>
              <a:t>03</a:t>
            </a:r>
            <a:endParaRPr sz="1700" b="1"/>
          </a:p>
        </p:txBody>
      </p:sp>
      <p:pic>
        <p:nvPicPr>
          <p:cNvPr id="665" name="Google Shape;665;p41"/>
          <p:cNvPicPr preferRelativeResize="0"/>
          <p:nvPr/>
        </p:nvPicPr>
        <p:blipFill rotWithShape="1">
          <a:blip r:embed="rId3">
            <a:alphaModFix/>
          </a:blip>
          <a:srcRect t="661" b="671"/>
          <a:stretch/>
        </p:blipFill>
        <p:spPr>
          <a:xfrm>
            <a:off x="1405950" y="1659800"/>
            <a:ext cx="2551200" cy="25515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42"/>
          <p:cNvSpPr txBox="1">
            <a:spLocks noGrp="1"/>
          </p:cNvSpPr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dirty="0"/>
              <a:t>Démo</a:t>
            </a:r>
            <a:endParaRPr dirty="0"/>
          </a:p>
        </p:txBody>
      </p:sp>
      <p:sp>
        <p:nvSpPr>
          <p:cNvPr id="671" name="Google Shape;671;p42"/>
          <p:cNvSpPr txBox="1">
            <a:spLocks noGrp="1"/>
          </p:cNvSpPr>
          <p:nvPr>
            <p:ph type="body" idx="1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700"/>
              <a:t>04</a:t>
            </a:r>
            <a:endParaRPr sz="1700" b="1"/>
          </a:p>
        </p:txBody>
      </p:sp>
      <p:pic>
        <p:nvPicPr>
          <p:cNvPr id="672" name="Google Shape;672;p42"/>
          <p:cNvPicPr preferRelativeResize="0"/>
          <p:nvPr/>
        </p:nvPicPr>
        <p:blipFill rotWithShape="1">
          <a:blip r:embed="rId3">
            <a:alphaModFix/>
          </a:blip>
          <a:srcRect t="661" b="671"/>
          <a:stretch/>
        </p:blipFill>
        <p:spPr>
          <a:xfrm>
            <a:off x="1405950" y="1659800"/>
            <a:ext cx="2551200" cy="25515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9">
          <a:extLst>
            <a:ext uri="{FF2B5EF4-FFF2-40B4-BE49-F238E27FC236}">
              <a16:creationId xmlns:a16="http://schemas.microsoft.com/office/drawing/2014/main" id="{402A778D-91CA-F194-BD0C-F4766A1AB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42">
            <a:extLst>
              <a:ext uri="{FF2B5EF4-FFF2-40B4-BE49-F238E27FC236}">
                <a16:creationId xmlns:a16="http://schemas.microsoft.com/office/drawing/2014/main" id="{97B5301F-4B35-7763-F66A-C00136B5EA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dirty="0"/>
              <a:t>Conclusion</a:t>
            </a:r>
            <a:endParaRPr dirty="0"/>
          </a:p>
        </p:txBody>
      </p:sp>
      <p:sp>
        <p:nvSpPr>
          <p:cNvPr id="671" name="Google Shape;671;p42">
            <a:extLst>
              <a:ext uri="{FF2B5EF4-FFF2-40B4-BE49-F238E27FC236}">
                <a16:creationId xmlns:a16="http://schemas.microsoft.com/office/drawing/2014/main" id="{70543A09-7116-564E-CE5B-02C75FA1CD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700" dirty="0"/>
              <a:t>05</a:t>
            </a:r>
            <a:endParaRPr sz="1700" b="1" dirty="0"/>
          </a:p>
        </p:txBody>
      </p:sp>
      <p:pic>
        <p:nvPicPr>
          <p:cNvPr id="672" name="Google Shape;672;p42">
            <a:extLst>
              <a:ext uri="{FF2B5EF4-FFF2-40B4-BE49-F238E27FC236}">
                <a16:creationId xmlns:a16="http://schemas.microsoft.com/office/drawing/2014/main" id="{AA125505-45EF-34F7-2619-B1EC00F4BEA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661" b="671"/>
          <a:stretch/>
        </p:blipFill>
        <p:spPr>
          <a:xfrm>
            <a:off x="1405950" y="1659800"/>
            <a:ext cx="2551200" cy="25515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24290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49"/>
          <p:cNvSpPr txBox="1">
            <a:spLocks noGrp="1"/>
          </p:cNvSpPr>
          <p:nvPr>
            <p:ph type="title"/>
          </p:nvPr>
        </p:nvSpPr>
        <p:spPr>
          <a:xfrm>
            <a:off x="562825" y="361400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endParaRPr/>
          </a:p>
        </p:txBody>
      </p:sp>
      <p:sp>
        <p:nvSpPr>
          <p:cNvPr id="793" name="Google Shape;793;p49"/>
          <p:cNvSpPr txBox="1">
            <a:spLocks noGrp="1"/>
          </p:cNvSpPr>
          <p:nvPr>
            <p:ph type="body" idx="1"/>
          </p:nvPr>
        </p:nvSpPr>
        <p:spPr>
          <a:xfrm>
            <a:off x="562825" y="1273150"/>
            <a:ext cx="7957800" cy="3596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/>
              <a:t>Pour soumettre de nouveaux REX</a:t>
            </a:r>
            <a:endParaRPr sz="1400" b="1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Le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GForm est toujours ouvert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Son mail d’accompagnement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/>
              <a:t>Pour naviguer dans les 50+ REX </a:t>
            </a:r>
            <a:endParaRPr sz="1400" b="1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5"/>
              </a:rPr>
              <a:t>Le dashboard 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6"/>
              </a:rPr>
              <a:t>La page Confluence de référence, celle de Super Powered by AI </a:t>
            </a:r>
            <a:endParaRPr/>
          </a:p>
        </p:txBody>
      </p:sp>
      <p:sp>
        <p:nvSpPr>
          <p:cNvPr id="794" name="Google Shape;794;p49"/>
          <p:cNvSpPr txBox="1">
            <a:spLocks noGrp="1"/>
          </p:cNvSpPr>
          <p:nvPr>
            <p:ph type="subTitle" idx="2"/>
          </p:nvPr>
        </p:nvSpPr>
        <p:spPr>
          <a:xfrm>
            <a:off x="567950" y="773825"/>
            <a:ext cx="79578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52"/>
          <p:cNvSpPr txBox="1">
            <a:spLocks noGrp="1"/>
          </p:cNvSpPr>
          <p:nvPr>
            <p:ph type="body" idx="1"/>
          </p:nvPr>
        </p:nvSpPr>
        <p:spPr>
          <a:xfrm>
            <a:off x="562825" y="817275"/>
            <a:ext cx="5305500" cy="4052100"/>
          </a:xfrm>
          <a:prstGeom prst="rect">
            <a:avLst/>
          </a:prstGeom>
        </p:spPr>
        <p:txBody>
          <a:bodyPr spcFirstLastPara="1" wrap="square" lIns="0" tIns="180000" rIns="91425" bIns="180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1" name="Google Shape;811;p52"/>
          <p:cNvSpPr txBox="1">
            <a:spLocks noGrp="1"/>
          </p:cNvSpPr>
          <p:nvPr>
            <p:ph type="title"/>
          </p:nvPr>
        </p:nvSpPr>
        <p:spPr>
          <a:xfrm>
            <a:off x="562825" y="357529"/>
            <a:ext cx="53055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12" name="Google Shape;812;p52"/>
          <p:cNvPicPr preferRelativeResize="0"/>
          <p:nvPr/>
        </p:nvPicPr>
        <p:blipFill rotWithShape="1">
          <a:blip r:embed="rId3">
            <a:alphaModFix/>
          </a:blip>
          <a:srcRect l="15021" r="15014"/>
          <a:stretch/>
        </p:blipFill>
        <p:spPr>
          <a:xfrm>
            <a:off x="6267125" y="299825"/>
            <a:ext cx="2599500" cy="3715500"/>
          </a:xfrm>
          <a:prstGeom prst="round2DiagRect">
            <a:avLst>
              <a:gd name="adj1" fmla="val 50000"/>
              <a:gd name="adj2" fmla="val 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53"/>
          <p:cNvSpPr txBox="1">
            <a:spLocks noGrp="1"/>
          </p:cNvSpPr>
          <p:nvPr>
            <p:ph type="body" idx="1"/>
          </p:nvPr>
        </p:nvSpPr>
        <p:spPr>
          <a:xfrm>
            <a:off x="3440825" y="817275"/>
            <a:ext cx="5136600" cy="4047600"/>
          </a:xfrm>
          <a:prstGeom prst="rect">
            <a:avLst/>
          </a:prstGeom>
        </p:spPr>
        <p:txBody>
          <a:bodyPr spcFirstLastPara="1" wrap="square" lIns="0" tIns="180000" rIns="91425" bIns="180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8" name="Google Shape;818;p53"/>
          <p:cNvSpPr txBox="1">
            <a:spLocks noGrp="1"/>
          </p:cNvSpPr>
          <p:nvPr>
            <p:ph type="title"/>
          </p:nvPr>
        </p:nvSpPr>
        <p:spPr>
          <a:xfrm>
            <a:off x="3440825" y="359479"/>
            <a:ext cx="51366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19" name="Google Shape;819;p53"/>
          <p:cNvPicPr preferRelativeResize="0"/>
          <p:nvPr/>
        </p:nvPicPr>
        <p:blipFill rotWithShape="1">
          <a:blip r:embed="rId3">
            <a:alphaModFix/>
          </a:blip>
          <a:srcRect l="15021" r="15014"/>
          <a:stretch/>
        </p:blipFill>
        <p:spPr>
          <a:xfrm>
            <a:off x="571500" y="299825"/>
            <a:ext cx="2599500" cy="3715500"/>
          </a:xfrm>
          <a:prstGeom prst="round2DiagRect">
            <a:avLst>
              <a:gd name="adj1" fmla="val 50000"/>
              <a:gd name="adj2" fmla="val 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54"/>
          <p:cNvSpPr txBox="1">
            <a:spLocks noGrp="1"/>
          </p:cNvSpPr>
          <p:nvPr>
            <p:ph type="title"/>
          </p:nvPr>
        </p:nvSpPr>
        <p:spPr>
          <a:xfrm>
            <a:off x="562825" y="361375"/>
            <a:ext cx="47904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5" name="Google Shape;825;p54"/>
          <p:cNvSpPr txBox="1">
            <a:spLocks noGrp="1"/>
          </p:cNvSpPr>
          <p:nvPr>
            <p:ph type="body" idx="1"/>
          </p:nvPr>
        </p:nvSpPr>
        <p:spPr>
          <a:xfrm>
            <a:off x="562775" y="817275"/>
            <a:ext cx="4790400" cy="4052100"/>
          </a:xfrm>
          <a:prstGeom prst="rect">
            <a:avLst/>
          </a:prstGeom>
        </p:spPr>
        <p:txBody>
          <a:bodyPr spcFirstLastPara="1" wrap="square" lIns="0" tIns="180000" rIns="91425" bIns="180000" anchor="ctr" anchorCtr="0">
            <a:noAutofit/>
          </a:bodyPr>
          <a:lstStyle/>
          <a:p>
            <a:pPr marL="285750" lvl="0" indent="-190500" algn="l" rtl="0">
              <a:spcBef>
                <a:spcPts val="0"/>
              </a:spcBef>
              <a:spcAft>
                <a:spcPts val="0"/>
              </a:spcAft>
              <a:buSzPts val="1200"/>
              <a:buChar char="๏"/>
            </a:pPr>
            <a:endParaRPr/>
          </a:p>
        </p:txBody>
      </p:sp>
      <p:sp>
        <p:nvSpPr>
          <p:cNvPr id="826" name="Google Shape;826;p54"/>
          <p:cNvSpPr txBox="1">
            <a:spLocks noGrp="1"/>
          </p:cNvSpPr>
          <p:nvPr>
            <p:ph type="body" idx="2"/>
          </p:nvPr>
        </p:nvSpPr>
        <p:spPr>
          <a:xfrm>
            <a:off x="6920978" y="765250"/>
            <a:ext cx="1699500" cy="20859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27" name="Google Shape;827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8800" y="3474850"/>
            <a:ext cx="1389300" cy="13893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55"/>
          <p:cNvSpPr txBox="1">
            <a:spLocks noGrp="1"/>
          </p:cNvSpPr>
          <p:nvPr>
            <p:ph type="body" idx="2"/>
          </p:nvPr>
        </p:nvSpPr>
        <p:spPr>
          <a:xfrm>
            <a:off x="3932200" y="817275"/>
            <a:ext cx="4588200" cy="4046700"/>
          </a:xfrm>
          <a:prstGeom prst="rect">
            <a:avLst/>
          </a:prstGeom>
        </p:spPr>
        <p:txBody>
          <a:bodyPr spcFirstLastPara="1" wrap="square" lIns="0" tIns="180000" rIns="91425" bIns="180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3" name="Google Shape;833;p55"/>
          <p:cNvSpPr txBox="1">
            <a:spLocks noGrp="1"/>
          </p:cNvSpPr>
          <p:nvPr>
            <p:ph type="title"/>
          </p:nvPr>
        </p:nvSpPr>
        <p:spPr>
          <a:xfrm>
            <a:off x="3932050" y="354600"/>
            <a:ext cx="4588200" cy="32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4" name="Google Shape;834;p55"/>
          <p:cNvSpPr txBox="1">
            <a:spLocks noGrp="1"/>
          </p:cNvSpPr>
          <p:nvPr>
            <p:ph type="body" idx="1"/>
          </p:nvPr>
        </p:nvSpPr>
        <p:spPr>
          <a:xfrm>
            <a:off x="1511925" y="817275"/>
            <a:ext cx="1719000" cy="20856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35" name="Google Shape;835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500" y="3474850"/>
            <a:ext cx="1389300" cy="13893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56"/>
          <p:cNvSpPr txBox="1"/>
          <p:nvPr/>
        </p:nvSpPr>
        <p:spPr>
          <a:xfrm>
            <a:off x="4379600" y="2101500"/>
            <a:ext cx="3564900" cy="9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Template de photo à copier dans </a:t>
            </a:r>
            <a:r>
              <a:rPr lang="en-US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le slide Chapitre (sl.50) </a:t>
            </a:r>
            <a:r>
              <a:rPr lang="en-US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puis dans la barre d’outils, sélectionner “remplacer l’image”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841" name="Google Shape;841;p56"/>
          <p:cNvPicPr preferRelativeResize="0"/>
          <p:nvPr/>
        </p:nvPicPr>
        <p:blipFill rotWithShape="1">
          <a:blip r:embed="rId3">
            <a:alphaModFix/>
          </a:blip>
          <a:srcRect t="661" b="671"/>
          <a:stretch/>
        </p:blipFill>
        <p:spPr>
          <a:xfrm>
            <a:off x="1405950" y="1659800"/>
            <a:ext cx="2551200" cy="25515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57"/>
          <p:cNvSpPr txBox="1"/>
          <p:nvPr/>
        </p:nvSpPr>
        <p:spPr>
          <a:xfrm>
            <a:off x="4684400" y="2101500"/>
            <a:ext cx="3564900" cy="9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Template de photo à copier dans </a:t>
            </a:r>
            <a:r>
              <a:rPr lang="en-US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le slide Chapitre (sl. 51) </a:t>
            </a:r>
            <a:r>
              <a:rPr lang="en-US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puis dans la barre d’outils, sélectionner “remplacer l’image”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847" name="Google Shape;847;p57"/>
          <p:cNvPicPr preferRelativeResize="0"/>
          <p:nvPr/>
        </p:nvPicPr>
        <p:blipFill rotWithShape="1">
          <a:blip r:embed="rId3">
            <a:alphaModFix/>
          </a:blip>
          <a:srcRect l="2310" t="671" r="1850" b="661"/>
          <a:stretch/>
        </p:blipFill>
        <p:spPr>
          <a:xfrm>
            <a:off x="841250" y="817575"/>
            <a:ext cx="3652500" cy="3811500"/>
          </a:xfrm>
          <a:prstGeom prst="round2DiagRect">
            <a:avLst>
              <a:gd name="adj1" fmla="val 0"/>
              <a:gd name="adj2" fmla="val 1598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2" name="Google Shape;852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8800" y="3474850"/>
            <a:ext cx="1389300" cy="13893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pic>
      <p:pic>
        <p:nvPicPr>
          <p:cNvPr id="853" name="Google Shape;853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500" y="3474850"/>
            <a:ext cx="1389300" cy="13893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pic>
      <p:sp>
        <p:nvSpPr>
          <p:cNvPr id="854" name="Google Shape;854;p58"/>
          <p:cNvSpPr txBox="1"/>
          <p:nvPr/>
        </p:nvSpPr>
        <p:spPr>
          <a:xfrm>
            <a:off x="2013700" y="2380900"/>
            <a:ext cx="4766400" cy="9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Template de photo à copier dans </a:t>
            </a:r>
            <a:r>
              <a:rPr lang="en-US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le slide Titre,contenu, bloc conclu (sl.65, 66, 69, 70) </a:t>
            </a:r>
            <a:r>
              <a:rPr lang="en-US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puis dans la barre d’outils, sélectionner “remplacer l’image”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9" name="Google Shape;859;p59"/>
          <p:cNvPicPr preferRelativeResize="0"/>
          <p:nvPr/>
        </p:nvPicPr>
        <p:blipFill rotWithShape="1">
          <a:blip r:embed="rId3">
            <a:alphaModFix/>
          </a:blip>
          <a:srcRect l="15021" r="15014"/>
          <a:stretch/>
        </p:blipFill>
        <p:spPr>
          <a:xfrm>
            <a:off x="6267125" y="299825"/>
            <a:ext cx="2599500" cy="3715500"/>
          </a:xfrm>
          <a:prstGeom prst="round2DiagRect">
            <a:avLst>
              <a:gd name="adj1" fmla="val 50000"/>
              <a:gd name="adj2" fmla="val 0"/>
            </a:avLst>
          </a:prstGeom>
          <a:noFill/>
          <a:ln>
            <a:noFill/>
          </a:ln>
        </p:spPr>
      </p:pic>
      <p:sp>
        <p:nvSpPr>
          <p:cNvPr id="860" name="Google Shape;860;p59"/>
          <p:cNvSpPr txBox="1"/>
          <p:nvPr/>
        </p:nvSpPr>
        <p:spPr>
          <a:xfrm>
            <a:off x="3366762" y="549225"/>
            <a:ext cx="2709600" cy="31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Template de photo à copier dans</a:t>
            </a:r>
            <a:r>
              <a:rPr lang="en-US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le slide Titre, sous titre, contenu et cadre blanc (sl. 63, 64, 67, 68) </a:t>
            </a:r>
            <a:r>
              <a:rPr lang="en-US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puis dans la barre d’outils, sélectionner “remplacer l’image”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861" name="Google Shape;861;p59"/>
          <p:cNvPicPr preferRelativeResize="0"/>
          <p:nvPr/>
        </p:nvPicPr>
        <p:blipFill rotWithShape="1">
          <a:blip r:embed="rId3">
            <a:alphaModFix/>
          </a:blip>
          <a:srcRect l="15021" r="15014"/>
          <a:stretch/>
        </p:blipFill>
        <p:spPr>
          <a:xfrm>
            <a:off x="571500" y="299825"/>
            <a:ext cx="2599500" cy="3715500"/>
          </a:xfrm>
          <a:prstGeom prst="round2DiagRect">
            <a:avLst>
              <a:gd name="adj1" fmla="val 50000"/>
              <a:gd name="adj2" fmla="val 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b="1" sz="1400">
                <a:solidFill>
                  <a:srgbClr val="0E2356"/>
                </a:solidFill>
              </a:rPr>
              <a:t>Le vrai livrable de l'outil, ce n'est pas l'écran web : c'est la réunion de restitution — et cette réunion se tient en PowerPoint.</a:t>
            </a:r>
          </a:p>
          <a:p>
            <a:r>
              <a:t>L'animateur présente les résultats d'une équipe (radar, points forts, points à renforcer) devant l'équipe, en séance — un format diapositive, pas un tableau de bord web.</a:t>
            </a:r>
          </a:p>
          <a:p>
            <a:r>
              <a:t>US6.4 : produire ce support en un clic, au template OCTO, scopé par équipe ou par département — sans ressaisie.</a:t>
            </a:r>
          </a:p>
          <a:p>
            <a:r>
              <a:t>Exigence clé : le radar du PowerPoint doit être identique à celui affiché à l'écran.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Pourquoi un export PowerPoint directement dans l'outil ?</a:t>
            </a:r>
          </a:p>
        </p:txBody>
      </p:sp>
      <p:pic>
        <p:nvPicPr>
          <p:cNvPr id="4" name="Picture 3" descr="r_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019" y="349800"/>
            <a:ext cx="2503200" cy="3615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 pipeline, en clair : deux outils qui se passent le relais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t>Étape 1 — dessiner le radar : le serveur génère le radar en SVG, puis ouvre un Chrome « invisible » (sans fenêtre) qui en prend une photo nette (PNG). C'est le seul moyen d'obtenir exactement le même dessin qu'à l'écran.</a:t>
            </a:r>
          </a:p>
          <a:p>
            <a:r>
              <a:t>Étape 2 — fabriquer les diapositives : un programme Python assemble le PowerPoint à partir du modèle OCTO, y insère la photo du radar et les chiffres de l'équipe.</a:t>
            </a:r>
          </a:p>
          <a:p>
            <a:r>
              <a:t>Performance : pour un département, le navigateur n'est ouvert qu'une seule fois pour tous les radars.</a:t>
            </a:r>
          </a:p>
          <a:p>
            <a:r>
              <a:t>Conséquence assumée : si Chrome ou Python manquent, seul l'export échoue — le reste de l'app fonctionne.</a:t>
            </a:r>
          </a:p>
        </p:txBody>
      </p:sp>
      <p:pic>
        <p:nvPicPr>
          <p:cNvPr id="4" name="Picture 3" descr="g_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494" y="351825"/>
            <a:ext cx="2503200" cy="3615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b="1" sz="1400">
                <a:solidFill>
                  <a:srgbClr val="0E2356"/>
                </a:solidFill>
              </a:rPr>
              <a:t>En documentant l'export pour ce REX, j'ai traité deux points qui rendaient le pipeline peu reproductible d'un poste à l'autre.</a:t>
            </a:r>
          </a:p>
          <a:p>
            <a:r>
              <a:t>Chemin de Chrome codé en dur : le script de captures lit désormais la variable CHROME_PATH, comme le reste du pipeline — plus de chemin figé, portable.</a:t>
            </a:r>
          </a:p>
          <a:p>
            <a:r>
              <a:t>Version de Python non figée : ajout d'un requirements.txt qui fige python-pptx (1.0.2) — l'export se réinstalle à l'identique ailleurs.</a:t>
            </a:r>
          </a:p>
          <a:p>
            <a:r>
              <a:t>Reste ouvert : le radar existe en deux implémentations (écran / serveur) sans test garantissant qu'elles restent identiques.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Deux fragilités corrigées en préparant ce retour d'expérience</a:t>
            </a:r>
          </a:p>
        </p:txBody>
      </p:sp>
      <p:pic>
        <p:nvPicPr>
          <p:cNvPr id="4" name="Picture 3" descr="r_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019" y="349800"/>
            <a:ext cx="2503200" cy="3615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Mes difficultés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t>Le même radar est codé deux fois — une version écran, une version PowerPoint — sans garde-fou automatique vérifiant qu'elles produisent le même dessin.</a:t>
            </a:r>
          </a:p>
          <a:p>
            <a:r>
              <a:t>Juger qu'une diapositive est « réussie » ne se résume pas à vérifier que rien ne dépasse : un slide peut passer tous les contrôles de géométrie et rester visuellement raté.</a:t>
            </a:r>
          </a:p>
          <a:p>
            <a:r>
              <a:t>Sur ce poste, impossible de convertir un PDF en image : la seule vérification du rendu réel a été de piloter PowerPoint lui-même pour exporter chaque diapositive.</a:t>
            </a:r>
          </a:p>
        </p:txBody>
      </p:sp>
      <p:pic>
        <p:nvPicPr>
          <p:cNvPr id="4" name="Picture 3" descr="g_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494" y="351825"/>
            <a:ext cx="2503200" cy="3615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t>Une boîte à outils Python réutilisable (titres, barres, jauge circulaire, cartes) avec un contrôle automatique qui détecte toute forme sortant du cadre avant de générer le fichier.</a:t>
            </a:r>
          </a:p>
          <a:p>
            <a:r>
              <a:t>Une vérification par le rendu réel : je génère le PowerPoint, je l'exporte en images et je le regarde — pour attraper ce que la géométrie ne voit pas.</a:t>
            </a:r>
          </a:p>
          <a:p>
            <a:r>
              <a:t>Une règle posée tôt : aucune abréviation cryptique dans un livrable client (« écart-type », jamais « é-t »).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Mes réussites</a:t>
            </a:r>
          </a:p>
        </p:txBody>
      </p:sp>
      <p:pic>
        <p:nvPicPr>
          <p:cNvPr id="4" name="Picture 3" descr="r_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019" y="349800"/>
            <a:ext cx="2503200" cy="3615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 support généré — vue d'ensemble (capture réelle)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t>Une diapositive de synthèse par équipe : moyenne globale en jauge, maturité par pilier en barres, point fort et point à renforcer.</a:t>
            </a:r>
          </a:p>
          <a:p>
            <a:r>
              <a:t>Générée en un clic depuis l'écran de résultats, au template OCTO — la jauge ci-contre en est une capture réelle.</a:t>
            </a:r>
          </a:p>
        </p:txBody>
      </p:sp>
      <p:pic>
        <p:nvPicPr>
          <p:cNvPr id="4" name="Picture 3" descr="g_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494" y="351825"/>
            <a:ext cx="2503200" cy="3615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t>Le radar du PowerPoint reprend fidèlement celui de l'écran (même dessin, mêmes couleurs par pilier).</a:t>
            </a:r>
          </a:p>
          <a:p>
            <a:r>
              <a:t>Un emplacement « commentaire de restitution » est laissé à l'animateur pour sa lecture en séance.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 support généré — radar de maturité (capture réelle)</a:t>
            </a:r>
          </a:p>
        </p:txBody>
      </p:sp>
      <p:pic>
        <p:nvPicPr>
          <p:cNvPr id="4" name="Picture 3" descr="r_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019" y="349800"/>
            <a:ext cx="2503200" cy="3615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Comment ce support est fabriqué : un agent + des skills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b="1" sz="1400">
                <a:solidFill>
                  <a:srgbClr val="0E2356"/>
                </a:solidFill>
              </a:rPr>
              <a:t>L'export n'est pas un script isolé : c'est une chaîne outillée — un agent d'orchestration et des skills réutilisables — pensée pour produire vite un PPT propre et vérifié.</a:t>
            </a:r>
          </a:p>
          <a:p>
            <a:r>
              <a:t>Agent ppt-designer : orchestre la génération et l'amélioration du support de restitution (US6.4).</a:t>
            </a:r>
          </a:p>
          <a:p>
            <a:r>
              <a:t>Skill pptx-deck : bibliothèque de composants (échelle typographique, barres, jauge, cartes) + auto-contrôle géométrique qui repère toute forme hors-cadre avant génération.</a:t>
            </a:r>
          </a:p>
          <a:p>
            <a:r>
              <a:t>Skill pptx-verify : rend le PPT en images et l'inspecte, pour attraper ce que la géométrie ne voit pas.</a:t>
            </a:r>
          </a:p>
          <a:p>
            <a:r>
              <a:t>Skill restitution-ppt : les règles propres au support de restitution du projet, sur le template OCTO.</a:t>
            </a:r>
          </a:p>
        </p:txBody>
      </p:sp>
      <p:pic>
        <p:nvPicPr>
          <p:cNvPr id="4" name="Picture 3" descr="g_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494" y="351825"/>
            <a:ext cx="2503200" cy="3615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b="1" sz="1400">
                <a:solidFill>
                  <a:srgbClr val="0E2356"/>
                </a:solidFill>
              </a:rPr>
              <a:t>Le pipeline fonctionne de bout en bout et tient un export multi-équipes ; sa vraie fragilité est l'environnement local, pas le code.</a:t>
            </a:r>
          </a:p>
          <a:p>
            <a:r>
              <a:t>Ça marche : un clic produit un support au bon format, radar fidèle à l'écran, pour une équipe comme pour un département.</a:t>
            </a:r>
          </a:p>
          <a:p>
            <a:r>
              <a:t>Vigilance : l'export dépend de Chrome + Python installés — deux fragilités déjà réduites pendant ce REX.</a:t>
            </a:r>
          </a:p>
          <a:p>
            <a:r>
              <a:t>Enseignement : sur un livrable visuel, le seul juge fiable reste le rendu réel regardé à l'œil.</a:t>
            </a:r>
          </a:p>
          <a:p>
            <a:r>
              <a:t>Prochaine étape : fiabiliser l'environnement (Epic 8 — packaging) avant d'exposer l'export hors du poste de dev.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 qu'il faut retenir</a:t>
            </a:r>
          </a:p>
        </p:txBody>
      </p:sp>
      <p:pic>
        <p:nvPicPr>
          <p:cNvPr id="4" name="Picture 3" descr="r_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019" y="349800"/>
            <a:ext cx="2503200" cy="3615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2026 - OCTO">
  <a:themeElements>
    <a:clrScheme name="Custom">
      <a:dk1>
        <a:srgbClr val="0E2356"/>
      </a:dk1>
      <a:lt1>
        <a:srgbClr val="FFFFFF"/>
      </a:lt1>
      <a:dk2>
        <a:srgbClr val="3E4F78"/>
      </a:dk2>
      <a:lt2>
        <a:srgbClr val="586586"/>
      </a:lt2>
      <a:accent1>
        <a:srgbClr val="6E7B9A"/>
      </a:accent1>
      <a:accent2>
        <a:srgbClr val="9FA7BB"/>
      </a:accent2>
      <a:accent3>
        <a:srgbClr val="00D2DD"/>
      </a:accent3>
      <a:accent4>
        <a:srgbClr val="B7BDCC"/>
      </a:accent4>
      <a:accent5>
        <a:srgbClr val="CFD3DD"/>
      </a:accent5>
      <a:accent6>
        <a:srgbClr val="E7E9EE"/>
      </a:accent6>
      <a:hlink>
        <a:srgbClr val="33B5CB"/>
      </a:hlink>
      <a:folHlink>
        <a:srgbClr val="33B5C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Custom">
      <a:dk1>
        <a:srgbClr val="0E2356"/>
      </a:dk1>
      <a:lt1>
        <a:srgbClr val="FFFFFF"/>
      </a:lt1>
      <a:dk2>
        <a:srgbClr val="566589"/>
      </a:dk2>
      <a:lt2>
        <a:srgbClr val="8691AA"/>
      </a:lt2>
      <a:accent1>
        <a:srgbClr val="B7BDCC"/>
      </a:accent1>
      <a:accent2>
        <a:srgbClr val="ECEDF3"/>
      </a:accent2>
      <a:accent3>
        <a:srgbClr val="DDF4F8"/>
      </a:accent3>
      <a:accent4>
        <a:srgbClr val="B6E8F0"/>
      </a:accent4>
      <a:accent5>
        <a:srgbClr val="80D7E5"/>
      </a:accent5>
      <a:accent6>
        <a:srgbClr val="00AFCB"/>
      </a:accent6>
      <a:hlink>
        <a:srgbClr val="26BBD3"/>
      </a:hlink>
      <a:folHlink>
        <a:srgbClr val="26BBD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332</Words>
  <Application>Microsoft Office PowerPoint</Application>
  <PresentationFormat>On-screen Show (16:9)</PresentationFormat>
  <Paragraphs>38</Paragraphs>
  <Slides>17</Slides>
  <Notes>17</Notes>
  <HiddenSlides>3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Outfit Light</vt:lpstr>
      <vt:lpstr>Century Gothic</vt:lpstr>
      <vt:lpstr>Outfit</vt:lpstr>
      <vt:lpstr>Outfit Medium</vt:lpstr>
      <vt:lpstr>Outfit SemiBold</vt:lpstr>
      <vt:lpstr>Arial</vt:lpstr>
      <vt:lpstr>2026 - OCTO</vt:lpstr>
      <vt:lpstr>[REX] IA export PPT</vt:lpstr>
      <vt:lpstr>Au menu aujourd’hui</vt:lpstr>
      <vt:lpstr>Contexte</vt:lpstr>
      <vt:lpstr>Enjeux techniques</vt:lpstr>
      <vt:lpstr>Mes difficultés et mes réussites</vt:lpstr>
      <vt:lpstr>Démo</vt:lpstr>
      <vt:lpstr>Conclusion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Camus, Claude</dc:creator>
  <cp:lastModifiedBy>Camus, Claude</cp:lastModifiedBy>
  <cp:revision>1</cp:revision>
  <dcterms:modified xsi:type="dcterms:W3CDTF">2026-07-07T12:48:22Z</dcterms:modified>
</cp:coreProperties>
</file>