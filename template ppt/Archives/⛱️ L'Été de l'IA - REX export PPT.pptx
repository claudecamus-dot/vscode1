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9"/>
  </p:notesMasterIdLst>
  <p:sldIdLst>
    <p:sldId id="256" r:id="rId2"/>
    <p:sldId id="259" r:id="rId3"/>
    <p:sldId id="260" r:id="rId4"/>
    <p:sldId id="261" r:id="rId5"/>
    <p:sldId id="262" r:id="rId6"/>
    <p:sldId id="263" r:id="rId7"/>
    <p:sldId id="284" r:id="rId8"/>
    <p:sldId id="270" r:id="rId9"/>
    <p:sldId id="271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20"/>
      <p:bold r:id="rId21"/>
      <p:italic r:id="rId22"/>
      <p:boldItalic r:id="rId23"/>
    </p:embeddedFont>
    <p:embeddedFont>
      <p:font typeface="Outfit" panose="020B0604020202020204" charset="0"/>
      <p:regular r:id="rId24"/>
      <p:bold r:id="rId25"/>
    </p:embeddedFont>
    <p:embeddedFont>
      <p:font typeface="Outfit Light" panose="020B0604020202020204" charset="0"/>
      <p:regular r:id="rId26"/>
      <p:bold r:id="rId27"/>
    </p:embeddedFont>
    <p:embeddedFont>
      <p:font typeface="Outfit Medium" panose="020B0604020202020204" charset="0"/>
      <p:regular r:id="rId28"/>
      <p:bold r:id="rId29"/>
    </p:embeddedFont>
    <p:embeddedFont>
      <p:font typeface="Outfit SemiBold" panose="020B0604020202020204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sz="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sz="7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ac55f3490c_0_8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2ac55f3490c_0_8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Template de couverture pour pouvoir changer la photo de fond hors catalogue de photo de couverture OCTO </a:t>
            </a:r>
            <a:br>
              <a:rPr lang="en-US" b="1"/>
            </a:br>
            <a:r>
              <a:rPr lang="en-US" sz="1600" b="1"/>
              <a:t>TUTO :</a:t>
            </a:r>
            <a:br>
              <a:rPr lang="en-US" sz="1000"/>
            </a:br>
            <a:r>
              <a:rPr lang="en-US" sz="1000"/>
              <a:t>&gt; Cliquez sur l’image fond de la couverture (cela va sélectionner le filtre bleu)</a:t>
            </a:r>
            <a:br>
              <a:rPr lang="en-US" sz="1000"/>
            </a:br>
            <a:r>
              <a:rPr lang="en-US" sz="1000"/>
              <a:t>&gt; Décalez le filtre bleu sur la droite à l’aide des flèches de votre clavier (pour permettre l’accès à la photo en arrière plan)</a:t>
            </a:r>
            <a:br>
              <a:rPr lang="en-US" sz="1000"/>
            </a:br>
            <a:r>
              <a:rPr lang="en-US" sz="1000"/>
              <a:t>&gt; Cliquez sur la photo en arrière plan </a:t>
            </a:r>
            <a:br>
              <a:rPr lang="en-US" sz="1000"/>
            </a:br>
            <a:r>
              <a:rPr lang="en-US" sz="1000"/>
              <a:t>&gt; Cliquez sur remplacer l’image et importez la photo de votre choix </a:t>
            </a:r>
            <a:br>
              <a:rPr lang="en-US" sz="1000"/>
            </a:br>
            <a:r>
              <a:rPr lang="en-US" sz="1000"/>
              <a:t>&gt; Cliquez sur le filtre bleu et remettez-le en place à l’aide des flèches de votres clavier.</a:t>
            </a:r>
            <a:br>
              <a:rPr lang="en-US" sz="1000"/>
            </a:br>
            <a:br>
              <a:rPr lang="en-US" sz="1000"/>
            </a:br>
            <a:r>
              <a:rPr lang="en-US" sz="1000"/>
              <a:t>Bravo le tour est joué ! :)</a:t>
            </a:r>
            <a:br>
              <a:rPr lang="en-US" sz="1000"/>
            </a:br>
            <a:endParaRPr sz="10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SLIDES_API143262596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SLIDES_API143262596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ac55f3490c_0_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7" name="Google Shape;647;g2ac55f3490c_0_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f01dfc4c0c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g3f01dfc4c0c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f01dfc4c0c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1" name="Google Shape;661;g3f01dfc4c0c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01dfc4c0c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8" name="Google Shape;668;g3f01dfc4c0c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>
          <a:extLst>
            <a:ext uri="{FF2B5EF4-FFF2-40B4-BE49-F238E27FC236}">
              <a16:creationId xmlns:a16="http://schemas.microsoft.com/office/drawing/2014/main" id="{0598CA00-323D-8E0C-E757-BC02FF3B9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01dfc4c0c_1_15:notes">
            <a:extLst>
              <a:ext uri="{FF2B5EF4-FFF2-40B4-BE49-F238E27FC236}">
                <a16:creationId xmlns:a16="http://schemas.microsoft.com/office/drawing/2014/main" id="{FA3BCC7D-9187-F933-86A9-4C9D83E2B2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8" name="Google Shape;668;g3f01dfc4c0c_1_15:notes">
            <a:extLst>
              <a:ext uri="{FF2B5EF4-FFF2-40B4-BE49-F238E27FC236}">
                <a16:creationId xmlns:a16="http://schemas.microsoft.com/office/drawing/2014/main" id="{534018B9-7378-B177-BDB0-FD077F4673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9292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f01dfc4c0c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0" name="Google Shape;790;g3f01dfc4c0c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2ac55f3490c_0_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7" name="Google Shape;797;g2ac55f3490c_0_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ac55f3490c_0_9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ac55f3490c_0_9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ac55f3490c_0_9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2ac55f3490c_0_9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ac55f3490c_0_9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2ac55f3490c_0_9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ac55f3490c_0_9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ac55f3490c_0_9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ac55f3490c_0_9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ac55f3490c_0_9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2da166e3558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2da166e3558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ac55f3490c_0_9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ac55f3490c_0_9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ac55f3490c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2ac55f3490c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6 - Slide vide">
  <p:cSld name="06 - Slide vid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2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20" name="Google Shape;20;p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3" name="Google Shape;23;p2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24" name="Google Shape;24;p2"/>
          <p:cNvCxnSpPr>
            <a:stCxn id="25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2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7" name="Google Shape;27;p2"/>
          <p:cNvCxnSpPr>
            <a:endCxn id="26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2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" name="Google Shape;25;p2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9" name="Google Shape;29;p2"/>
          <p:cNvCxnSpPr>
            <a:stCxn id="28" idx="2"/>
            <a:endCxn id="26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- Titre, sous-titre et contenu">
  <p:cSld name="01 - Titre, sous-titre et contenu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2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0 - Chapitre [1]">
  <p:cSld name="50 - Chapitre [1]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9" name="Google Shape;39;p4"/>
          <p:cNvGrpSpPr/>
          <p:nvPr/>
        </p:nvGrpSpPr>
        <p:grpSpPr>
          <a:xfrm>
            <a:off x="3171776" y="1360130"/>
            <a:ext cx="170063" cy="166438"/>
            <a:chOff x="6838242" y="518225"/>
            <a:chExt cx="1247708" cy="1221114"/>
          </a:xfrm>
        </p:grpSpPr>
        <p:sp>
          <p:nvSpPr>
            <p:cNvPr id="40" name="Google Shape;40;p4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43" name="Google Shape;43;p4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44" name="Google Shape;44;p4"/>
          <p:cNvCxnSpPr>
            <a:stCxn id="45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4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7" name="Google Shape;47;p4"/>
          <p:cNvCxnSpPr>
            <a:endCxn id="46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4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" name="Google Shape;45;p4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9" name="Google Shape;49;p4"/>
          <p:cNvCxnSpPr>
            <a:stCxn id="48" idx="2"/>
            <a:endCxn id="46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4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" name="Google Shape;51;p4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4" name="Google Shape;54;p4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799">
          <p15:clr>
            <a:srgbClr val="FA7B17"/>
          </p15:clr>
        </p15:guide>
        <p15:guide id="2" pos="562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- Titre et contenu">
  <p:cSld name="02 - Titre et contenu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body" idx="1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">
  <p:cSld name="03 - Titre et sous-titr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>
            <a:spLocks noGrp="1"/>
          </p:cNvSpPr>
          <p:nvPr>
            <p:ph type="subTitle" idx="1"/>
          </p:nvPr>
        </p:nvSpPr>
        <p:spPr>
          <a:xfrm>
            <a:off x="571500" y="7791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- Titre seul">
  <p:cSld name="04 - Titre seu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7 - Slide vide fond foncé">
  <p:cSld name="07 - Slide vide fond foncé"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9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86" name="Google Shape;86;p9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89" name="Google Shape;89;p9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0" name="Google Shape;90;p9"/>
          <p:cNvCxnSpPr>
            <a:stCxn id="91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9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" name="Google Shape;93;p9"/>
          <p:cNvCxnSpPr>
            <a:endCxn id="92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9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1" name="Google Shape;91;p9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5" name="Google Shape;95;p9"/>
          <p:cNvCxnSpPr>
            <a:stCxn id="94" idx="2"/>
            <a:endCxn id="92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9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" name="Google Shape;97;p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1 - Couverture [2]">
  <p:cSld name="41 - Couverture [2]">
    <p:bg>
      <p:bgPr>
        <a:solidFill>
          <a:schemeClr val="dk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>
            <a:spLocks noGrp="1"/>
          </p:cNvSpPr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subTitle" idx="1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1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134" name="Google Shape;134;p11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5" name="Google Shape;135;p11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6" name="Google Shape;136;p11"/>
            <p:cNvCxnSpPr>
              <a:endCxn id="13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7" name="Google Shape;137;p11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 rot="-5400561" flipH="1">
              <a:off x="2143273" y="1358460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9" name="Google Shape;139;p11"/>
            <p:cNvCxnSpPr>
              <a:stCxn id="137" idx="2"/>
              <a:endCxn id="13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0" name="Google Shape;140;p11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1" name="Google Shape;141;p11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142" name="Google Shape;142;p1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11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7" name="Google Shape;147;p11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148" name="Google Shape;148;p11"/>
            <p:cNvCxnSpPr>
              <a:stCxn id="149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0" name="Google Shape;150;p11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" name="Google Shape;151;p11"/>
            <p:cNvCxnSpPr>
              <a:endCxn id="150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" name="Google Shape;152;p11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570" flipH="1">
              <a:off x="1792271" y="1738695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3" name="Google Shape;153;p11"/>
            <p:cNvCxnSpPr>
              <a:stCxn id="152" idx="2"/>
              <a:endCxn id="150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54" name="Google Shape;154;p11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11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1 - Chapitre [2]">
  <p:cSld name="51 - Chapitre [2]"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/>
          <p:nvPr/>
        </p:nvSpPr>
        <p:spPr>
          <a:xfrm rot="5400000" flipH="1">
            <a:off x="1344924" y="364825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59" name="Google Shape;159;p12"/>
          <p:cNvSpPr/>
          <p:nvPr/>
        </p:nvSpPr>
        <p:spPr>
          <a:xfrm flipH="1">
            <a:off x="830825" y="817575"/>
            <a:ext cx="3663300" cy="38163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body" idx="1"/>
          </p:nvPr>
        </p:nvSpPr>
        <p:spPr>
          <a:xfrm>
            <a:off x="841248" y="3746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62" name="Google Shape;162;p12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63" name="Google Shape;163;p12"/>
          <p:cNvCxnSpPr>
            <a:stCxn id="164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12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6" name="Google Shape;166;p12"/>
          <p:cNvCxnSpPr>
            <a:endCxn id="165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12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4" name="Google Shape;164;p12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8" name="Google Shape;168;p12"/>
          <p:cNvCxnSpPr>
            <a:stCxn id="167" idx="2"/>
            <a:endCxn id="165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" name="Google Shape;169;p12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2262425" y="20484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" name="Google Shape;172;p12"/>
          <p:cNvSpPr/>
          <p:nvPr/>
        </p:nvSpPr>
        <p:spPr>
          <a:xfrm flipH="1">
            <a:off x="841248" y="374725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73" name="Google Shape;173;p12"/>
          <p:cNvGrpSpPr/>
          <p:nvPr/>
        </p:nvGrpSpPr>
        <p:grpSpPr>
          <a:xfrm>
            <a:off x="1450811" y="508105"/>
            <a:ext cx="170063" cy="166438"/>
            <a:chOff x="6838242" y="518225"/>
            <a:chExt cx="1247708" cy="1221114"/>
          </a:xfrm>
        </p:grpSpPr>
        <p:sp>
          <p:nvSpPr>
            <p:cNvPr id="174" name="Google Shape;174;p1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9 - There is a better way">
  <p:cSld name="59 - There is a better way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3"/>
          <p:cNvGrpSpPr/>
          <p:nvPr/>
        </p:nvGrpSpPr>
        <p:grpSpPr>
          <a:xfrm>
            <a:off x="290068" y="235357"/>
            <a:ext cx="345989" cy="338615"/>
            <a:chOff x="6838242" y="518225"/>
            <a:chExt cx="1247708" cy="1221114"/>
          </a:xfrm>
        </p:grpSpPr>
        <p:sp>
          <p:nvSpPr>
            <p:cNvPr id="179" name="Google Shape;179;p13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pic>
        <p:nvPicPr>
          <p:cNvPr id="182" name="Google Shape;18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36975" y="3307206"/>
            <a:ext cx="1670077" cy="82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l="17993" t="18848" r="18089" b="13862"/>
          <a:stretch/>
        </p:blipFill>
        <p:spPr>
          <a:xfrm>
            <a:off x="3589050" y="1007225"/>
            <a:ext cx="1965925" cy="20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0 - Titre et visuel">
  <p:cSld name="60 - Titre et visuel"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>
            <a:spLocks noGrp="1"/>
          </p:cNvSpPr>
          <p:nvPr>
            <p:ph type="title"/>
          </p:nvPr>
        </p:nvSpPr>
        <p:spPr>
          <a:xfrm>
            <a:off x="562550" y="3823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89" name="Google Shape;189;p14"/>
          <p:cNvCxnSpPr>
            <a:stCxn id="190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14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2" name="Google Shape;192;p14"/>
          <p:cNvCxnSpPr>
            <a:endCxn id="191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14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0" name="Google Shape;190;p14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4" name="Google Shape;194;p14"/>
          <p:cNvCxnSpPr>
            <a:stCxn id="193" idx="2"/>
            <a:endCxn id="191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4"/>
          <p:cNvSpPr>
            <a:spLocks noGrp="1"/>
          </p:cNvSpPr>
          <p:nvPr>
            <p:ph type="pic" idx="2"/>
          </p:nvPr>
        </p:nvSpPr>
        <p:spPr>
          <a:xfrm>
            <a:off x="528800" y="732450"/>
            <a:ext cx="8019000" cy="4131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4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1 - Titre, sous-titre et visuel">
  <p:cSld name="61 - Titre, sous-titre et visuel"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>
            <a:off x="213475" y="208900"/>
            <a:ext cx="8715600" cy="4728600"/>
          </a:xfrm>
          <a:prstGeom prst="roundRect">
            <a:avLst>
              <a:gd name="adj" fmla="val 161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 rot="-5400000">
            <a:off x="-514095" y="25332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5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There is a better way</a:t>
            </a:r>
            <a:endParaRPr sz="65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utfit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OCTO Part of Accenture © 2023- All rights reserved</a:t>
            </a:r>
            <a:endParaRPr sz="6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3" name="Google Shape;203;p15"/>
          <p:cNvSpPr txBox="1">
            <a:spLocks noGrp="1"/>
          </p:cNvSpPr>
          <p:nvPr>
            <p:ph type="title"/>
          </p:nvPr>
        </p:nvSpPr>
        <p:spPr>
          <a:xfrm>
            <a:off x="574050" y="361400"/>
            <a:ext cx="80079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ubTitle" idx="1"/>
          </p:nvPr>
        </p:nvSpPr>
        <p:spPr>
          <a:xfrm>
            <a:off x="557250" y="830200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>
            <a:spLocks noGrp="1"/>
          </p:cNvSpPr>
          <p:nvPr>
            <p:ph type="pic" idx="2"/>
          </p:nvPr>
        </p:nvSpPr>
        <p:spPr>
          <a:xfrm>
            <a:off x="545225" y="1257950"/>
            <a:ext cx="8041500" cy="3606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15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2 - Visuel seul">
  <p:cSld name="62 - Visuel seul"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6"/>
          <p:cNvSpPr>
            <a:spLocks noGrp="1"/>
          </p:cNvSpPr>
          <p:nvPr>
            <p:ph type="pic" idx="2"/>
          </p:nvPr>
        </p:nvSpPr>
        <p:spPr>
          <a:xfrm>
            <a:off x="3275" y="-23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3 - Titre, contenu et visuel à droite - cadre blanc">
  <p:cSld name="63 - Titre, contenu et visuel à droite - cadre blanc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7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13" name="Google Shape;213;p17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15" name="Google Shape;215;p17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16" name="Google Shape;216;p17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18" name="Google Shape;218;p17"/>
            <p:cNvCxnSpPr>
              <a:stCxn id="21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0" name="Google Shape;220;p17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1" name="Google Shape;221;p17"/>
            <p:cNvCxnSpPr>
              <a:endCxn id="22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2" name="Google Shape;222;p17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3" name="Google Shape;223;p17"/>
            <p:cNvCxnSpPr>
              <a:stCxn id="222" idx="2"/>
              <a:endCxn id="22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4" name="Google Shape;224;p17"/>
          <p:cNvSpPr txBox="1">
            <a:spLocks noGrp="1"/>
          </p:cNvSpPr>
          <p:nvPr>
            <p:ph type="body" idx="1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26" name="Google Shape;226;p17"/>
          <p:cNvGrpSpPr/>
          <p:nvPr/>
        </p:nvGrpSpPr>
        <p:grpSpPr>
          <a:xfrm>
            <a:off x="364209" y="292130"/>
            <a:ext cx="82155" cy="82230"/>
            <a:chOff x="7483200" y="518225"/>
            <a:chExt cx="602750" cy="603300"/>
          </a:xfrm>
        </p:grpSpPr>
        <p:sp>
          <p:nvSpPr>
            <p:cNvPr id="227" name="Google Shape;227;p17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29" name="Google Shape;229;p1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4 - Titre, sous-titre, contenu et visuel à droite - cadre blanc">
  <p:cSld name="64 - Titre, sous-titre, contenu et visuel à droite - cadre blanc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8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32" name="Google Shape;232;p18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34" name="Google Shape;234;p18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cxnSp>
          <p:nvCxnSpPr>
            <p:cNvPr id="235" name="Google Shape;235;p18"/>
            <p:cNvCxnSpPr>
              <a:stCxn id="236" idx="2"/>
              <a:endCxn id="237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38" name="Google Shape;238;p18"/>
            <p:cNvGrpSpPr/>
            <p:nvPr/>
          </p:nvGrpSpPr>
          <p:grpSpPr>
            <a:xfrm>
              <a:off x="276303" y="295049"/>
              <a:ext cx="8682472" cy="4585476"/>
              <a:chOff x="276303" y="295049"/>
              <a:chExt cx="8682472" cy="4585476"/>
            </a:xfrm>
          </p:grpSpPr>
          <p:sp>
            <p:nvSpPr>
              <p:cNvPr id="239" name="Google Shape;239;p18"/>
              <p:cNvSpPr/>
              <p:nvPr/>
            </p:nvSpPr>
            <p:spPr>
              <a:xfrm>
                <a:off x="276303" y="295049"/>
                <a:ext cx="163500" cy="1635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0" name="Google Shape;240;p18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241" name="Google Shape;241;p18"/>
              <p:cNvCxnSpPr>
                <a:stCxn id="24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7" name="Google Shape;237;p18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243" name="Google Shape;243;p18"/>
              <p:cNvCxnSpPr>
                <a:endCxn id="237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6" name="Google Shape;236;p18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 rot="-5400000" flipH="1">
                <a:off x="8575218" y="46661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244" name="Google Shape;244;p18"/>
          <p:cNvSpPr txBox="1">
            <a:spLocks noGrp="1"/>
          </p:cNvSpPr>
          <p:nvPr>
            <p:ph type="body" idx="1"/>
          </p:nvPr>
        </p:nvSpPr>
        <p:spPr>
          <a:xfrm>
            <a:off x="562800" y="1273200"/>
            <a:ext cx="5305500" cy="3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0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subTitle" idx="2"/>
          </p:nvPr>
        </p:nvSpPr>
        <p:spPr>
          <a:xfrm>
            <a:off x="571015" y="778000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47" name="Google Shape;247;p18"/>
          <p:cNvGrpSpPr/>
          <p:nvPr/>
        </p:nvGrpSpPr>
        <p:grpSpPr>
          <a:xfrm>
            <a:off x="276301" y="295049"/>
            <a:ext cx="163560" cy="163519"/>
            <a:chOff x="6838242" y="539639"/>
            <a:chExt cx="1200000" cy="1199700"/>
          </a:xfrm>
        </p:grpSpPr>
        <p:sp>
          <p:nvSpPr>
            <p:cNvPr id="248" name="Google Shape;248;p18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0" name="Google Shape;250;p18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1" name="Google Shape;251;p1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5 - Titre, contenu, visuel à droite et bloc conclu - cadre blanc">
  <p:cSld name="65 - Titre, contenu, visuel à droite et bloc conclu - cadre blanc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9"/>
          <p:cNvGrpSpPr/>
          <p:nvPr/>
        </p:nvGrpSpPr>
        <p:grpSpPr>
          <a:xfrm rot="10800000">
            <a:off x="5754900" y="3471525"/>
            <a:ext cx="1392300" cy="1392300"/>
            <a:chOff x="7475475" y="301725"/>
            <a:chExt cx="1392300" cy="1392300"/>
          </a:xfrm>
        </p:grpSpPr>
        <p:sp>
          <p:nvSpPr>
            <p:cNvPr id="254" name="Google Shape;254;p19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6" name="Google Shape;256;p19"/>
          <p:cNvSpPr/>
          <p:nvPr/>
        </p:nvSpPr>
        <p:spPr>
          <a:xfrm>
            <a:off x="6549661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57" name="Google Shape;257;p19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58" name="Google Shape;258;p19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59" name="Google Shape;259;p19"/>
            <p:cNvCxnSpPr>
              <a:stCxn id="26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1" name="Google Shape;261;p19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2" name="Google Shape;262;p19"/>
            <p:cNvCxnSpPr>
              <a:endCxn id="26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3" name="Google Shape;263;p19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60" name="Google Shape;260;p19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4" name="Google Shape;264;p19"/>
            <p:cNvCxnSpPr>
              <a:stCxn id="263" idx="2"/>
              <a:endCxn id="26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5" name="Google Shape;265;p19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266" name="Google Shape;266;p19"/>
          <p:cNvSpPr txBox="1">
            <a:spLocks noGrp="1"/>
          </p:cNvSpPr>
          <p:nvPr>
            <p:ph type="body" idx="1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7" name="Google Shape;267;p19"/>
          <p:cNvSpPr txBox="1">
            <a:spLocks noGrp="1"/>
          </p:cNvSpPr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8" name="Google Shape;268;p19"/>
          <p:cNvSpPr txBox="1">
            <a:spLocks noGrp="1"/>
          </p:cNvSpPr>
          <p:nvPr>
            <p:ph type="body" idx="2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69" name="Google Shape;269;p19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19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364209" y="345001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2" name="Google Shape;272;p1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6 - Titre, sous-titre, contenu, visuel à droite et bloc conclu - cadre blanc">
  <p:cSld name="66 - Titre, sous-titre, contenu, visuel à droite et bloc conclu - cadre blanc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>
            <a:spLocks noGrp="1"/>
          </p:cNvSpPr>
          <p:nvPr>
            <p:ph type="body" idx="1"/>
          </p:nvPr>
        </p:nvSpPr>
        <p:spPr>
          <a:xfrm>
            <a:off x="562825" y="126780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ubTitle" idx="2"/>
          </p:nvPr>
        </p:nvSpPr>
        <p:spPr>
          <a:xfrm>
            <a:off x="571015" y="777619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6" name="Google Shape;276;p20"/>
          <p:cNvSpPr txBox="1">
            <a:spLocks noGrp="1"/>
          </p:cNvSpPr>
          <p:nvPr>
            <p:ph type="title"/>
          </p:nvPr>
        </p:nvSpPr>
        <p:spPr>
          <a:xfrm>
            <a:off x="562825" y="367000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77" name="Google Shape;277;p20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278" name="Google Shape;278;p20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279" name="Google Shape;279;p20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0" name="Google Shape;280;p20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1" name="Google Shape;281;p20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282" name="Google Shape;282;p20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83" name="Google Shape;283;p20"/>
            <p:cNvCxnSpPr>
              <a:stCxn id="28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5" name="Google Shape;285;p20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6" name="Google Shape;286;p20"/>
            <p:cNvCxnSpPr>
              <a:endCxn id="28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7" name="Google Shape;287;p20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8" name="Google Shape;288;p20"/>
            <p:cNvCxnSpPr>
              <a:stCxn id="287" idx="2"/>
              <a:endCxn id="28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89" name="Google Shape;289;p20"/>
          <p:cNvGrpSpPr/>
          <p:nvPr/>
        </p:nvGrpSpPr>
        <p:grpSpPr>
          <a:xfrm rot="10800000">
            <a:off x="5754902" y="3471525"/>
            <a:ext cx="1392300" cy="1392300"/>
            <a:chOff x="7475475" y="301725"/>
            <a:chExt cx="1392300" cy="1392300"/>
          </a:xfrm>
        </p:grpSpPr>
        <p:sp>
          <p:nvSpPr>
            <p:cNvPr id="290" name="Google Shape;290;p20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91" name="Google Shape;291;p20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92" name="Google Shape;292;p20"/>
          <p:cNvSpPr/>
          <p:nvPr/>
        </p:nvSpPr>
        <p:spPr>
          <a:xfrm>
            <a:off x="6543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3" name="Google Shape;293;p20"/>
          <p:cNvSpPr txBox="1">
            <a:spLocks noGrp="1"/>
          </p:cNvSpPr>
          <p:nvPr>
            <p:ph type="body" idx="3"/>
          </p:nvPr>
        </p:nvSpPr>
        <p:spPr>
          <a:xfrm>
            <a:off x="6920975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94" name="Google Shape;294;p20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5" name="Google Shape;295;p2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7 - Titre, contenu et visuel à gauche - cadre blanc">
  <p:cSld name="67 - Titre, contenu et visuel à gauche - cadre blanc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 txBox="1">
            <a:spLocks noGrp="1"/>
          </p:cNvSpPr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98" name="Google Shape;298;p21"/>
          <p:cNvSpPr txBox="1">
            <a:spLocks noGrp="1"/>
          </p:cNvSpPr>
          <p:nvPr>
            <p:ph type="body" idx="1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99" name="Google Shape;299;p21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00" name="Google Shape;300;p21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02" name="Google Shape;302;p21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03" name="Google Shape;303;p21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04" name="Google Shape;304;p21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5" name="Google Shape;305;p21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6" name="Google Shape;306;p21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07" name="Google Shape;307;p21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08" name="Google Shape;308;p21"/>
            <p:cNvCxnSpPr>
              <a:stCxn id="30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0" name="Google Shape;310;p21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1" name="Google Shape;311;p21"/>
            <p:cNvCxnSpPr>
              <a:endCxn id="31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2" name="Google Shape;312;p21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3" name="Google Shape;313;p21"/>
            <p:cNvCxnSpPr>
              <a:stCxn id="312" idx="2"/>
              <a:endCxn id="31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4" name="Google Shape;314;p2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8 - Titre, sous-titre, contenu et visuel à gauche - cadre blanc">
  <p:cSld name="68 - Titre, sous-titre, contenu et visuel à gauche - cadre blanc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"/>
          <p:cNvSpPr/>
          <p:nvPr/>
        </p:nvSpPr>
        <p:spPr>
          <a:xfrm rot="5400000" flipH="1">
            <a:off x="4143250" y="131125"/>
            <a:ext cx="4709400" cy="4865400"/>
          </a:xfrm>
          <a:prstGeom prst="round2SameRect">
            <a:avLst>
              <a:gd name="adj1" fmla="val 1367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7" name="Google Shape;317;p22"/>
          <p:cNvSpPr txBox="1">
            <a:spLocks noGrp="1"/>
          </p:cNvSpPr>
          <p:nvPr>
            <p:ph type="subTitle" idx="1"/>
          </p:nvPr>
        </p:nvSpPr>
        <p:spPr>
          <a:xfrm>
            <a:off x="3442450" y="779144"/>
            <a:ext cx="51393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8" name="Google Shape;318;p22"/>
          <p:cNvSpPr txBox="1">
            <a:spLocks noGrp="1"/>
          </p:cNvSpPr>
          <p:nvPr>
            <p:ph type="body" idx="2"/>
          </p:nvPr>
        </p:nvSpPr>
        <p:spPr>
          <a:xfrm>
            <a:off x="3438150" y="1271025"/>
            <a:ext cx="5139300" cy="3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9" name="Google Shape;319;p22"/>
          <p:cNvSpPr txBox="1">
            <a:spLocks noGrp="1"/>
          </p:cNvSpPr>
          <p:nvPr>
            <p:ph type="title"/>
          </p:nvPr>
        </p:nvSpPr>
        <p:spPr>
          <a:xfrm>
            <a:off x="3438150" y="358969"/>
            <a:ext cx="51393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20" name="Google Shape;320;p22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21" name="Google Shape;321;p22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22" name="Google Shape;322;p22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23" name="Google Shape;323;p22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24" name="Google Shape;324;p22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25" name="Google Shape;325;p22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6" name="Google Shape;326;p22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7" name="Google Shape;327;p22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28" name="Google Shape;328;p22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29" name="Google Shape;329;p22"/>
            <p:cNvCxnSpPr>
              <a:stCxn id="33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1" name="Google Shape;331;p22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2" name="Google Shape;332;p22"/>
            <p:cNvCxnSpPr>
              <a:endCxn id="33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3" name="Google Shape;333;p22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30" name="Google Shape;330;p22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4" name="Google Shape;334;p22"/>
            <p:cNvCxnSpPr>
              <a:stCxn id="333" idx="2"/>
              <a:endCxn id="33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35" name="Google Shape;335;p2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9 - Titre, contenu, visuel à gauche et bloc conclu - cadre blanc">
  <p:cSld name="69 - Titre, contenu, visuel à gauche et bloc conclu - cadre blanc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23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38" name="Google Shape;338;p23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39" name="Google Shape;339;p23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0" name="Google Shape;340;p23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1" name="Google Shape;341;p23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42" name="Google Shape;342;p23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43" name="Google Shape;343;p23"/>
            <p:cNvCxnSpPr>
              <a:stCxn id="34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5" name="Google Shape;345;p23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6" name="Google Shape;346;p23"/>
            <p:cNvCxnSpPr>
              <a:endCxn id="34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7" name="Google Shape;347;p23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8" name="Google Shape;348;p23"/>
            <p:cNvCxnSpPr>
              <a:stCxn id="347" idx="2"/>
              <a:endCxn id="34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49" name="Google Shape;349;p23"/>
          <p:cNvSpPr txBox="1">
            <a:spLocks noGrp="1"/>
          </p:cNvSpPr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50" name="Google Shape;350;p23"/>
          <p:cNvGrpSpPr/>
          <p:nvPr/>
        </p:nvGrpSpPr>
        <p:grpSpPr>
          <a:xfrm rot="10800000">
            <a:off x="420900" y="3471525"/>
            <a:ext cx="1392300" cy="1392300"/>
            <a:chOff x="7475475" y="301725"/>
            <a:chExt cx="1392300" cy="1392300"/>
          </a:xfrm>
        </p:grpSpPr>
        <p:sp>
          <p:nvSpPr>
            <p:cNvPr id="351" name="Google Shape;351;p23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52" name="Google Shape;352;p23"/>
            <p:cNvSpPr txBox="1"/>
            <p:nvPr/>
          </p:nvSpPr>
          <p:spPr>
            <a:xfrm rot="10800000">
              <a:off x="7776275" y="553855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53" name="Google Shape;353;p23"/>
          <p:cNvSpPr txBox="1">
            <a:spLocks noGrp="1"/>
          </p:cNvSpPr>
          <p:nvPr>
            <p:ph type="body" idx="1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4" name="Google Shape;354;p23"/>
          <p:cNvSpPr txBox="1">
            <a:spLocks noGrp="1"/>
          </p:cNvSpPr>
          <p:nvPr>
            <p:ph type="body" idx="2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1209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56" name="Google Shape;356;p2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0 - Titre, sous-titre, contenu, visuel à gauche et bloc conclu - cadre blanc">
  <p:cSld name="70 - Titre, sous-titre, contenu, visuel à gauche et bloc conclu - cadre blanc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24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59" name="Google Shape;359;p24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60" name="Google Shape;360;p24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63" name="Google Shape;363;p24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64" name="Google Shape;364;p24"/>
            <p:cNvCxnSpPr>
              <a:stCxn id="36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6" name="Google Shape;366;p24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7" name="Google Shape;367;p24"/>
            <p:cNvCxnSpPr>
              <a:endCxn id="36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8" name="Google Shape;368;p24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65" name="Google Shape;365;p24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9" name="Google Shape;369;p24"/>
            <p:cNvCxnSpPr>
              <a:stCxn id="368" idx="2"/>
              <a:endCxn id="36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70" name="Google Shape;370;p24"/>
          <p:cNvSpPr txBox="1">
            <a:spLocks noGrp="1"/>
          </p:cNvSpPr>
          <p:nvPr>
            <p:ph type="body" idx="1"/>
          </p:nvPr>
        </p:nvSpPr>
        <p:spPr>
          <a:xfrm>
            <a:off x="3943350" y="1271025"/>
            <a:ext cx="4564200" cy="3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1" name="Google Shape;371;p24"/>
          <p:cNvSpPr txBox="1">
            <a:spLocks noGrp="1"/>
          </p:cNvSpPr>
          <p:nvPr>
            <p:ph type="subTitle" idx="2"/>
          </p:nvPr>
        </p:nvSpPr>
        <p:spPr>
          <a:xfrm>
            <a:off x="3935150" y="770950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2" name="Google Shape;372;p24"/>
          <p:cNvSpPr txBox="1">
            <a:spLocks noGrp="1"/>
          </p:cNvSpPr>
          <p:nvPr>
            <p:ph type="title"/>
          </p:nvPr>
        </p:nvSpPr>
        <p:spPr>
          <a:xfrm>
            <a:off x="3935150" y="348725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73" name="Google Shape;373;p24"/>
          <p:cNvGrpSpPr/>
          <p:nvPr/>
        </p:nvGrpSpPr>
        <p:grpSpPr>
          <a:xfrm rot="10800000">
            <a:off x="420900" y="3471800"/>
            <a:ext cx="1392300" cy="1392300"/>
            <a:chOff x="7475475" y="301725"/>
            <a:chExt cx="1392300" cy="1392300"/>
          </a:xfrm>
        </p:grpSpPr>
        <p:sp>
          <p:nvSpPr>
            <p:cNvPr id="374" name="Google Shape;374;p24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75" name="Google Shape;375;p24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76" name="Google Shape;376;p24"/>
          <p:cNvSpPr/>
          <p:nvPr/>
        </p:nvSpPr>
        <p:spPr>
          <a:xfrm>
            <a:off x="1209075" y="30031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77" name="Google Shape;377;p24"/>
          <p:cNvSpPr txBox="1">
            <a:spLocks noGrp="1"/>
          </p:cNvSpPr>
          <p:nvPr>
            <p:ph type="body" idx="3"/>
          </p:nvPr>
        </p:nvSpPr>
        <p:spPr>
          <a:xfrm>
            <a:off x="1511925" y="812385"/>
            <a:ext cx="1719000" cy="20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8" name="Google Shape;378;p24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0 - Table des matières [2]">
  <p:cSld name="90 - Table des matières [2]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1" name="Google Shape;381;p25"/>
          <p:cNvSpPr txBox="1">
            <a:spLocks noGrp="1"/>
          </p:cNvSpPr>
          <p:nvPr>
            <p:ph type="body" idx="1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2" name="Google Shape;382;p25"/>
          <p:cNvSpPr txBox="1">
            <a:spLocks noGrp="1"/>
          </p:cNvSpPr>
          <p:nvPr>
            <p:ph type="body" idx="2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3" name="Google Shape;383;p25"/>
          <p:cNvSpPr/>
          <p:nvPr/>
        </p:nvSpPr>
        <p:spPr>
          <a:xfrm>
            <a:off x="1106400" y="22486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1086263" y="2254176"/>
            <a:ext cx="808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5192425" y="2286425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5160164" y="2254177"/>
            <a:ext cx="852600" cy="8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1 - Table des matières [3]">
  <p:cSld name="91 - Table des matières [3]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>
            <a:spLocks noGrp="1"/>
          </p:cNvSpPr>
          <p:nvPr>
            <p:ph type="title"/>
          </p:nvPr>
        </p:nvSpPr>
        <p:spPr>
          <a:xfrm>
            <a:off x="829600" y="12635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9" name="Google Shape;389;p26"/>
          <p:cNvSpPr txBox="1">
            <a:spLocks noGrp="1"/>
          </p:cNvSpPr>
          <p:nvPr>
            <p:ph type="body" idx="1"/>
          </p:nvPr>
        </p:nvSpPr>
        <p:spPr>
          <a:xfrm>
            <a:off x="1172550" y="26890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0" name="Google Shape;390;p26"/>
          <p:cNvSpPr txBox="1">
            <a:spLocks noGrp="1"/>
          </p:cNvSpPr>
          <p:nvPr>
            <p:ph type="body" idx="2"/>
          </p:nvPr>
        </p:nvSpPr>
        <p:spPr>
          <a:xfrm>
            <a:off x="3666975" y="27118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1" name="Google Shape;391;p26"/>
          <p:cNvSpPr txBox="1">
            <a:spLocks noGrp="1"/>
          </p:cNvSpPr>
          <p:nvPr>
            <p:ph type="body" idx="3"/>
          </p:nvPr>
        </p:nvSpPr>
        <p:spPr>
          <a:xfrm>
            <a:off x="6260400" y="2711825"/>
            <a:ext cx="23172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2" name="Google Shape;392;p26"/>
          <p:cNvSpPr/>
          <p:nvPr/>
        </p:nvSpPr>
        <p:spPr>
          <a:xfrm rot="10800000">
            <a:off x="3666963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3" name="Google Shape;393;p26"/>
          <p:cNvSpPr/>
          <p:nvPr/>
        </p:nvSpPr>
        <p:spPr>
          <a:xfrm rot="10800000">
            <a:off x="1172550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4" name="Google Shape;394;p26"/>
          <p:cNvSpPr/>
          <p:nvPr/>
        </p:nvSpPr>
        <p:spPr>
          <a:xfrm rot="10800000">
            <a:off x="6260388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1164446" y="179938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3650472" y="179937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7" name="Google Shape;397;p26"/>
          <p:cNvSpPr txBox="1"/>
          <p:nvPr/>
        </p:nvSpPr>
        <p:spPr>
          <a:xfrm>
            <a:off x="6243911" y="1799374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2 - Table des matières [4]">
  <p:cSld name="92 - Table des matières [4]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0" name="Google Shape;400;p27"/>
          <p:cNvSpPr txBox="1">
            <a:spLocks noGrp="1"/>
          </p:cNvSpPr>
          <p:nvPr>
            <p:ph type="body" idx="1"/>
          </p:nvPr>
        </p:nvSpPr>
        <p:spPr>
          <a:xfrm>
            <a:off x="1681525" y="1738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1" name="Google Shape;401;p27"/>
          <p:cNvSpPr txBox="1">
            <a:spLocks noGrp="1"/>
          </p:cNvSpPr>
          <p:nvPr>
            <p:ph type="body" idx="2"/>
          </p:nvPr>
        </p:nvSpPr>
        <p:spPr>
          <a:xfrm>
            <a:off x="1681500" y="30141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2" name="Google Shape;402;p27"/>
          <p:cNvSpPr txBox="1">
            <a:spLocks noGrp="1"/>
          </p:cNvSpPr>
          <p:nvPr>
            <p:ph type="body" idx="3"/>
          </p:nvPr>
        </p:nvSpPr>
        <p:spPr>
          <a:xfrm>
            <a:off x="5619625" y="17381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3" name="Google Shape;403;p27"/>
          <p:cNvSpPr txBox="1">
            <a:spLocks noGrp="1"/>
          </p:cNvSpPr>
          <p:nvPr>
            <p:ph type="body" idx="4"/>
          </p:nvPr>
        </p:nvSpPr>
        <p:spPr>
          <a:xfrm>
            <a:off x="5619750" y="30141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4" name="Google Shape;404;p27"/>
          <p:cNvSpPr/>
          <p:nvPr/>
        </p:nvSpPr>
        <p:spPr>
          <a:xfrm rot="5400000">
            <a:off x="4767525" y="2951177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5" name="Google Shape;405;p27"/>
          <p:cNvSpPr/>
          <p:nvPr/>
        </p:nvSpPr>
        <p:spPr>
          <a:xfrm rot="5400000">
            <a:off x="4767525" y="172202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6" name="Google Shape;406;p27"/>
          <p:cNvSpPr/>
          <p:nvPr/>
        </p:nvSpPr>
        <p:spPr>
          <a:xfrm rot="5400000">
            <a:off x="867525" y="2980796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7" name="Google Shape;407;p27"/>
          <p:cNvSpPr/>
          <p:nvPr/>
        </p:nvSpPr>
        <p:spPr>
          <a:xfrm rot="5400000">
            <a:off x="867525" y="1722025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967623" y="1866129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967623" y="3116186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0" name="Google Shape;410;p27"/>
          <p:cNvSpPr txBox="1"/>
          <p:nvPr/>
        </p:nvSpPr>
        <p:spPr>
          <a:xfrm>
            <a:off x="4869747" y="1851848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4869747" y="3072492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3 - Table des matières [5]">
  <p:cSld name="93 - Table des matières [5]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"/>
          <p:cNvSpPr txBox="1">
            <a:spLocks noGrp="1"/>
          </p:cNvSpPr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4" name="Google Shape;414;p28"/>
          <p:cNvSpPr txBox="1">
            <a:spLocks noGrp="1"/>
          </p:cNvSpPr>
          <p:nvPr>
            <p:ph type="body" idx="1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5" name="Google Shape;415;p28"/>
          <p:cNvSpPr txBox="1">
            <a:spLocks noGrp="1"/>
          </p:cNvSpPr>
          <p:nvPr>
            <p:ph type="body" idx="2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6" name="Google Shape;416;p28"/>
          <p:cNvSpPr txBox="1">
            <a:spLocks noGrp="1"/>
          </p:cNvSpPr>
          <p:nvPr>
            <p:ph type="body" idx="3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7" name="Google Shape;417;p28"/>
          <p:cNvSpPr txBox="1">
            <a:spLocks noGrp="1"/>
          </p:cNvSpPr>
          <p:nvPr>
            <p:ph type="body" idx="4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8" name="Google Shape;418;p28"/>
          <p:cNvSpPr txBox="1">
            <a:spLocks noGrp="1"/>
          </p:cNvSpPr>
          <p:nvPr>
            <p:ph type="body" idx="5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9" name="Google Shape;419;p28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0" name="Google Shape;420;p28"/>
          <p:cNvSpPr/>
          <p:nvPr/>
        </p:nvSpPr>
        <p:spPr>
          <a:xfrm rot="5400000">
            <a:off x="883425" y="2447222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1" name="Google Shape;421;p28"/>
          <p:cNvSpPr/>
          <p:nvPr/>
        </p:nvSpPr>
        <p:spPr>
          <a:xfrm rot="5400000">
            <a:off x="883425" y="3243569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2" name="Google Shape;422;p28"/>
          <p:cNvSpPr/>
          <p:nvPr/>
        </p:nvSpPr>
        <p:spPr>
          <a:xfrm rot="5400000">
            <a:off x="4767525" y="1651025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3" name="Google Shape;423;p28"/>
          <p:cNvSpPr/>
          <p:nvPr/>
        </p:nvSpPr>
        <p:spPr>
          <a:xfrm rot="5400000">
            <a:off x="4767525" y="2447566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985647" y="178739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5" name="Google Shape;425;p28"/>
          <p:cNvSpPr txBox="1"/>
          <p:nvPr/>
        </p:nvSpPr>
        <p:spPr>
          <a:xfrm>
            <a:off x="985647" y="258794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6" name="Google Shape;426;p28"/>
          <p:cNvSpPr txBox="1"/>
          <p:nvPr/>
        </p:nvSpPr>
        <p:spPr>
          <a:xfrm>
            <a:off x="985647" y="3388496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7" name="Google Shape;427;p28"/>
          <p:cNvSpPr txBox="1"/>
          <p:nvPr/>
        </p:nvSpPr>
        <p:spPr>
          <a:xfrm>
            <a:off x="4869767" y="178743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8" name="Google Shape;428;p28"/>
          <p:cNvSpPr txBox="1"/>
          <p:nvPr/>
        </p:nvSpPr>
        <p:spPr>
          <a:xfrm>
            <a:off x="4867105" y="2563728"/>
            <a:ext cx="439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4 - Table des matières [6]">
  <p:cSld name="94 - Table des matières [6]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"/>
          <p:cNvSpPr txBox="1">
            <a:spLocks noGrp="1"/>
          </p:cNvSpPr>
          <p:nvPr>
            <p:ph type="title"/>
          </p:nvPr>
        </p:nvSpPr>
        <p:spPr>
          <a:xfrm>
            <a:off x="829600" y="10321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1" name="Google Shape;431;p29"/>
          <p:cNvSpPr txBox="1">
            <a:spLocks noGrp="1"/>
          </p:cNvSpPr>
          <p:nvPr>
            <p:ph type="body" idx="1"/>
          </p:nvPr>
        </p:nvSpPr>
        <p:spPr>
          <a:xfrm>
            <a:off x="1747225" y="16507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2" name="Google Shape;432;p29"/>
          <p:cNvSpPr txBox="1">
            <a:spLocks noGrp="1"/>
          </p:cNvSpPr>
          <p:nvPr>
            <p:ph type="body" idx="2"/>
          </p:nvPr>
        </p:nvSpPr>
        <p:spPr>
          <a:xfrm>
            <a:off x="1747225" y="244722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3" name="Google Shape;433;p29"/>
          <p:cNvSpPr txBox="1">
            <a:spLocks noGrp="1"/>
          </p:cNvSpPr>
          <p:nvPr>
            <p:ph type="body" idx="3"/>
          </p:nvPr>
        </p:nvSpPr>
        <p:spPr>
          <a:xfrm>
            <a:off x="1747225" y="32436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4" name="Google Shape;434;p29"/>
          <p:cNvSpPr txBox="1">
            <a:spLocks noGrp="1"/>
          </p:cNvSpPr>
          <p:nvPr>
            <p:ph type="body" idx="4"/>
          </p:nvPr>
        </p:nvSpPr>
        <p:spPr>
          <a:xfrm>
            <a:off x="5685325" y="16508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5" name="Google Shape;435;p29"/>
          <p:cNvSpPr txBox="1">
            <a:spLocks noGrp="1"/>
          </p:cNvSpPr>
          <p:nvPr>
            <p:ph type="body" idx="5"/>
          </p:nvPr>
        </p:nvSpPr>
        <p:spPr>
          <a:xfrm>
            <a:off x="5685325" y="24472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6" name="Google Shape;436;p29"/>
          <p:cNvSpPr txBox="1">
            <a:spLocks noGrp="1"/>
          </p:cNvSpPr>
          <p:nvPr>
            <p:ph type="body" idx="6"/>
          </p:nvPr>
        </p:nvSpPr>
        <p:spPr>
          <a:xfrm>
            <a:off x="5685325" y="32437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7" name="Google Shape;437;p29"/>
          <p:cNvSpPr/>
          <p:nvPr/>
        </p:nvSpPr>
        <p:spPr>
          <a:xfrm rot="5400000">
            <a:off x="47675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8" name="Google Shape;438;p29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9" name="Google Shape;439;p29"/>
          <p:cNvSpPr/>
          <p:nvPr/>
        </p:nvSpPr>
        <p:spPr>
          <a:xfrm rot="5400000">
            <a:off x="8834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0" name="Google Shape;440;p29"/>
          <p:cNvSpPr/>
          <p:nvPr/>
        </p:nvSpPr>
        <p:spPr>
          <a:xfrm rot="5400000">
            <a:off x="8834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1" name="Google Shape;441;p29"/>
          <p:cNvSpPr/>
          <p:nvPr/>
        </p:nvSpPr>
        <p:spPr>
          <a:xfrm rot="5400000">
            <a:off x="47675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2" name="Google Shape;442;p29"/>
          <p:cNvSpPr/>
          <p:nvPr/>
        </p:nvSpPr>
        <p:spPr>
          <a:xfrm rot="5400000">
            <a:off x="47675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3" name="Google Shape;443;p29"/>
          <p:cNvSpPr txBox="1"/>
          <p:nvPr/>
        </p:nvSpPr>
        <p:spPr>
          <a:xfrm>
            <a:off x="985647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" name="Google Shape;444;p29"/>
          <p:cNvSpPr txBox="1"/>
          <p:nvPr/>
        </p:nvSpPr>
        <p:spPr>
          <a:xfrm>
            <a:off x="985647" y="255458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5" name="Google Shape;445;p29"/>
          <p:cNvSpPr txBox="1"/>
          <p:nvPr/>
        </p:nvSpPr>
        <p:spPr>
          <a:xfrm>
            <a:off x="985647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6" name="Google Shape;446;p29"/>
          <p:cNvSpPr txBox="1"/>
          <p:nvPr/>
        </p:nvSpPr>
        <p:spPr>
          <a:xfrm>
            <a:off x="4868853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7" name="Google Shape;447;p29"/>
          <p:cNvSpPr txBox="1"/>
          <p:nvPr/>
        </p:nvSpPr>
        <p:spPr>
          <a:xfrm>
            <a:off x="4868853" y="2554580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4868853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5 - Table des matières [7]">
  <p:cSld name="95 - Table des matières [7]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"/>
          <p:cNvSpPr txBox="1">
            <a:spLocks noGrp="1"/>
          </p:cNvSpPr>
          <p:nvPr>
            <p:ph type="title"/>
          </p:nvPr>
        </p:nvSpPr>
        <p:spPr>
          <a:xfrm>
            <a:off x="829600" y="891150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1" name="Google Shape;451;p30"/>
          <p:cNvSpPr txBox="1">
            <a:spLocks noGrp="1"/>
          </p:cNvSpPr>
          <p:nvPr>
            <p:ph type="body" idx="1"/>
          </p:nvPr>
        </p:nvSpPr>
        <p:spPr>
          <a:xfrm>
            <a:off x="1678225" y="13977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2" name="Google Shape;452;p30"/>
          <p:cNvSpPr txBox="1">
            <a:spLocks noGrp="1"/>
          </p:cNvSpPr>
          <p:nvPr>
            <p:ph type="body" idx="2"/>
          </p:nvPr>
        </p:nvSpPr>
        <p:spPr>
          <a:xfrm>
            <a:off x="1678225" y="21186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3" name="Google Shape;453;p30"/>
          <p:cNvSpPr txBox="1">
            <a:spLocks noGrp="1"/>
          </p:cNvSpPr>
          <p:nvPr>
            <p:ph type="body" idx="3"/>
          </p:nvPr>
        </p:nvSpPr>
        <p:spPr>
          <a:xfrm>
            <a:off x="1678225" y="28520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4" name="Google Shape;454;p30"/>
          <p:cNvSpPr txBox="1">
            <a:spLocks noGrp="1"/>
          </p:cNvSpPr>
          <p:nvPr>
            <p:ph type="body" idx="4"/>
          </p:nvPr>
        </p:nvSpPr>
        <p:spPr>
          <a:xfrm>
            <a:off x="1678125" y="35768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5" name="Google Shape;455;p30"/>
          <p:cNvSpPr txBox="1">
            <a:spLocks noGrp="1"/>
          </p:cNvSpPr>
          <p:nvPr>
            <p:ph type="body" idx="5"/>
          </p:nvPr>
        </p:nvSpPr>
        <p:spPr>
          <a:xfrm>
            <a:off x="5619625" y="1385200"/>
            <a:ext cx="29208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6" name="Google Shape;456;p30"/>
          <p:cNvSpPr txBox="1">
            <a:spLocks noGrp="1"/>
          </p:cNvSpPr>
          <p:nvPr>
            <p:ph type="body" idx="6"/>
          </p:nvPr>
        </p:nvSpPr>
        <p:spPr>
          <a:xfrm>
            <a:off x="5619625" y="210155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7" name="Google Shape;457;p30"/>
          <p:cNvSpPr txBox="1">
            <a:spLocks noGrp="1"/>
          </p:cNvSpPr>
          <p:nvPr>
            <p:ph type="body" idx="7"/>
          </p:nvPr>
        </p:nvSpPr>
        <p:spPr>
          <a:xfrm>
            <a:off x="5619625" y="285210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8" name="Google Shape;458;p30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59" name="Google Shape;459;p30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0" name="Google Shape;460;p30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1" name="Google Shape;461;p30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2" name="Google Shape;462;p30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3" name="Google Shape;463;p30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4" name="Google Shape;464;p30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5" name="Google Shape;465;p30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30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8" name="Google Shape;468;p30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30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0" name="Google Shape;470;p30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1" name="Google Shape;471;p30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6 - Table des matières [8]">
  <p:cSld name="96 - Table des matières [8]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1"/>
          <p:cNvSpPr txBox="1">
            <a:spLocks noGrp="1"/>
          </p:cNvSpPr>
          <p:nvPr>
            <p:ph type="title"/>
          </p:nvPr>
        </p:nvSpPr>
        <p:spPr>
          <a:xfrm>
            <a:off x="829600" y="89702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4" name="Google Shape;474;p31"/>
          <p:cNvSpPr txBox="1">
            <a:spLocks noGrp="1"/>
          </p:cNvSpPr>
          <p:nvPr>
            <p:ph type="body" idx="1"/>
          </p:nvPr>
        </p:nvSpPr>
        <p:spPr>
          <a:xfrm>
            <a:off x="1681525" y="13977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5" name="Google Shape;475;p31"/>
          <p:cNvSpPr txBox="1">
            <a:spLocks noGrp="1"/>
          </p:cNvSpPr>
          <p:nvPr>
            <p:ph type="body" idx="2"/>
          </p:nvPr>
        </p:nvSpPr>
        <p:spPr>
          <a:xfrm>
            <a:off x="1681525" y="21207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6" name="Google Shape;476;p31"/>
          <p:cNvSpPr txBox="1">
            <a:spLocks noGrp="1"/>
          </p:cNvSpPr>
          <p:nvPr>
            <p:ph type="body" idx="3"/>
          </p:nvPr>
        </p:nvSpPr>
        <p:spPr>
          <a:xfrm>
            <a:off x="1681525" y="28520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7" name="Google Shape;477;p31"/>
          <p:cNvSpPr txBox="1">
            <a:spLocks noGrp="1"/>
          </p:cNvSpPr>
          <p:nvPr>
            <p:ph type="body" idx="4"/>
          </p:nvPr>
        </p:nvSpPr>
        <p:spPr>
          <a:xfrm>
            <a:off x="1681525" y="35855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8" name="Google Shape;478;p31"/>
          <p:cNvSpPr txBox="1">
            <a:spLocks noGrp="1"/>
          </p:cNvSpPr>
          <p:nvPr>
            <p:ph type="body" idx="5"/>
          </p:nvPr>
        </p:nvSpPr>
        <p:spPr>
          <a:xfrm>
            <a:off x="5619625" y="13978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9" name="Google Shape;479;p31"/>
          <p:cNvSpPr txBox="1">
            <a:spLocks noGrp="1"/>
          </p:cNvSpPr>
          <p:nvPr>
            <p:ph type="body" idx="6"/>
          </p:nvPr>
        </p:nvSpPr>
        <p:spPr>
          <a:xfrm>
            <a:off x="5619625" y="21207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0" name="Google Shape;480;p31"/>
          <p:cNvSpPr txBox="1">
            <a:spLocks noGrp="1"/>
          </p:cNvSpPr>
          <p:nvPr>
            <p:ph type="body" idx="7"/>
          </p:nvPr>
        </p:nvSpPr>
        <p:spPr>
          <a:xfrm>
            <a:off x="5619625" y="28434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1" name="Google Shape;481;p31"/>
          <p:cNvSpPr txBox="1">
            <a:spLocks noGrp="1"/>
          </p:cNvSpPr>
          <p:nvPr>
            <p:ph type="body" idx="8"/>
          </p:nvPr>
        </p:nvSpPr>
        <p:spPr>
          <a:xfrm>
            <a:off x="5619625" y="35663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2" name="Google Shape;482;p31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3" name="Google Shape;483;p31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4" name="Google Shape;484;p31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5" name="Google Shape;485;p31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6" name="Google Shape;486;p31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7" name="Google Shape;487;p31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8" name="Google Shape;488;p31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9" name="Google Shape;489;p31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0" name="Google Shape;490;p31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1" name="Google Shape;491;p31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2" name="Google Shape;492;p31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3" name="Google Shape;493;p31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4" name="Google Shape;494;p31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5" name="Google Shape;495;p31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6" name="Google Shape;496;p31"/>
          <p:cNvSpPr/>
          <p:nvPr/>
        </p:nvSpPr>
        <p:spPr>
          <a:xfrm rot="5400000">
            <a:off x="4788825" y="356642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97" name="Google Shape;497;p31"/>
          <p:cNvSpPr txBox="1"/>
          <p:nvPr/>
        </p:nvSpPr>
        <p:spPr>
          <a:xfrm>
            <a:off x="4814169" y="3638040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7 - Table des matières [9]">
  <p:cSld name="97 - Table des matières [9]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0" name="Google Shape;500;p32"/>
          <p:cNvSpPr txBox="1">
            <a:spLocks noGrp="1"/>
          </p:cNvSpPr>
          <p:nvPr>
            <p:ph type="body" idx="1"/>
          </p:nvPr>
        </p:nvSpPr>
        <p:spPr>
          <a:xfrm>
            <a:off x="1681525" y="11224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1" name="Google Shape;501;p32"/>
          <p:cNvSpPr txBox="1">
            <a:spLocks noGrp="1"/>
          </p:cNvSpPr>
          <p:nvPr>
            <p:ph type="body" idx="2"/>
          </p:nvPr>
        </p:nvSpPr>
        <p:spPr>
          <a:xfrm>
            <a:off x="1681525" y="18195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2" name="Google Shape;502;p32"/>
          <p:cNvSpPr txBox="1">
            <a:spLocks noGrp="1"/>
          </p:cNvSpPr>
          <p:nvPr>
            <p:ph type="body" idx="3"/>
          </p:nvPr>
        </p:nvSpPr>
        <p:spPr>
          <a:xfrm>
            <a:off x="1681525" y="24900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3" name="Google Shape;503;p32"/>
          <p:cNvSpPr txBox="1">
            <a:spLocks noGrp="1"/>
          </p:cNvSpPr>
          <p:nvPr>
            <p:ph type="body" idx="4"/>
          </p:nvPr>
        </p:nvSpPr>
        <p:spPr>
          <a:xfrm>
            <a:off x="1681525" y="32864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4" name="Google Shape;504;p32"/>
          <p:cNvSpPr txBox="1">
            <a:spLocks noGrp="1"/>
          </p:cNvSpPr>
          <p:nvPr>
            <p:ph type="body" idx="5"/>
          </p:nvPr>
        </p:nvSpPr>
        <p:spPr>
          <a:xfrm>
            <a:off x="1681525" y="39788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5" name="Google Shape;505;p32"/>
          <p:cNvSpPr txBox="1">
            <a:spLocks noGrp="1"/>
          </p:cNvSpPr>
          <p:nvPr>
            <p:ph type="body" idx="6"/>
          </p:nvPr>
        </p:nvSpPr>
        <p:spPr>
          <a:xfrm>
            <a:off x="5619625" y="10771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6" name="Google Shape;506;p32"/>
          <p:cNvSpPr txBox="1">
            <a:spLocks noGrp="1"/>
          </p:cNvSpPr>
          <p:nvPr>
            <p:ph type="body" idx="7"/>
          </p:nvPr>
        </p:nvSpPr>
        <p:spPr>
          <a:xfrm>
            <a:off x="5619625" y="18106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7" name="Google Shape;507;p32"/>
          <p:cNvSpPr txBox="1">
            <a:spLocks noGrp="1"/>
          </p:cNvSpPr>
          <p:nvPr>
            <p:ph type="body" idx="8"/>
          </p:nvPr>
        </p:nvSpPr>
        <p:spPr>
          <a:xfrm>
            <a:off x="5619625" y="26070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8" name="Google Shape;508;p32"/>
          <p:cNvSpPr txBox="1">
            <a:spLocks noGrp="1"/>
          </p:cNvSpPr>
          <p:nvPr>
            <p:ph type="body" idx="9"/>
          </p:nvPr>
        </p:nvSpPr>
        <p:spPr>
          <a:xfrm>
            <a:off x="5619625" y="32145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9" name="Google Shape;509;p32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0" name="Google Shape;510;p32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1" name="Google Shape;511;p32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2" name="Google Shape;512;p32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3" name="Google Shape;513;p32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4" name="Google Shape;514;p32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5" name="Google Shape;515;p32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6" name="Google Shape;516;p32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7" name="Google Shape;517;p32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8" name="Google Shape;518;p32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9" name="Google Shape;519;p32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0" name="Google Shape;520;p32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1" name="Google Shape;521;p32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2" name="Google Shape;522;p32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3" name="Google Shape;523;p32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4" name="Google Shape;524;p32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5" name="Google Shape;525;p32"/>
          <p:cNvSpPr/>
          <p:nvPr/>
        </p:nvSpPr>
        <p:spPr>
          <a:xfrm rot="5400000">
            <a:off x="4788825" y="32573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6" name="Google Shape;526;p32"/>
          <p:cNvSpPr txBox="1"/>
          <p:nvPr/>
        </p:nvSpPr>
        <p:spPr>
          <a:xfrm>
            <a:off x="4814169" y="33289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8 - Table des matières [10]">
  <p:cSld name="98 - Table des matières [10]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3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29" name="Google Shape;529;p33"/>
          <p:cNvSpPr txBox="1">
            <a:spLocks noGrp="1"/>
          </p:cNvSpPr>
          <p:nvPr>
            <p:ph type="body" idx="1"/>
          </p:nvPr>
        </p:nvSpPr>
        <p:spPr>
          <a:xfrm>
            <a:off x="1678225" y="1122425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0" name="Google Shape;530;p33"/>
          <p:cNvSpPr txBox="1">
            <a:spLocks noGrp="1"/>
          </p:cNvSpPr>
          <p:nvPr>
            <p:ph type="body" idx="2"/>
          </p:nvPr>
        </p:nvSpPr>
        <p:spPr>
          <a:xfrm>
            <a:off x="1678225" y="18195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1" name="Google Shape;531;p33"/>
          <p:cNvSpPr txBox="1">
            <a:spLocks noGrp="1"/>
          </p:cNvSpPr>
          <p:nvPr>
            <p:ph type="body" idx="3"/>
          </p:nvPr>
        </p:nvSpPr>
        <p:spPr>
          <a:xfrm>
            <a:off x="1678225" y="255302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2" name="Google Shape;532;p33"/>
          <p:cNvSpPr txBox="1">
            <a:spLocks noGrp="1"/>
          </p:cNvSpPr>
          <p:nvPr>
            <p:ph type="body" idx="4"/>
          </p:nvPr>
        </p:nvSpPr>
        <p:spPr>
          <a:xfrm>
            <a:off x="1678125" y="32864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3" name="Google Shape;533;p33"/>
          <p:cNvSpPr txBox="1">
            <a:spLocks noGrp="1"/>
          </p:cNvSpPr>
          <p:nvPr>
            <p:ph type="body" idx="5"/>
          </p:nvPr>
        </p:nvSpPr>
        <p:spPr>
          <a:xfrm>
            <a:off x="1681525" y="401517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4" name="Google Shape;534;p33"/>
          <p:cNvSpPr txBox="1">
            <a:spLocks noGrp="1"/>
          </p:cNvSpPr>
          <p:nvPr>
            <p:ph type="body" idx="6"/>
          </p:nvPr>
        </p:nvSpPr>
        <p:spPr>
          <a:xfrm>
            <a:off x="5619625" y="11401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5" name="Google Shape;535;p33"/>
          <p:cNvSpPr txBox="1">
            <a:spLocks noGrp="1"/>
          </p:cNvSpPr>
          <p:nvPr>
            <p:ph type="body" idx="7"/>
          </p:nvPr>
        </p:nvSpPr>
        <p:spPr>
          <a:xfrm>
            <a:off x="5619625" y="18736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6" name="Google Shape;536;p33"/>
          <p:cNvSpPr txBox="1">
            <a:spLocks noGrp="1"/>
          </p:cNvSpPr>
          <p:nvPr>
            <p:ph type="body" idx="8"/>
          </p:nvPr>
        </p:nvSpPr>
        <p:spPr>
          <a:xfrm>
            <a:off x="5619625" y="25440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7" name="Google Shape;537;p33"/>
          <p:cNvSpPr txBox="1">
            <a:spLocks noGrp="1"/>
          </p:cNvSpPr>
          <p:nvPr>
            <p:ph type="body" idx="9"/>
          </p:nvPr>
        </p:nvSpPr>
        <p:spPr>
          <a:xfrm>
            <a:off x="5619625" y="33405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8" name="Google Shape;538;p33"/>
          <p:cNvSpPr txBox="1">
            <a:spLocks noGrp="1"/>
          </p:cNvSpPr>
          <p:nvPr>
            <p:ph type="body" idx="13"/>
          </p:nvPr>
        </p:nvSpPr>
        <p:spPr>
          <a:xfrm>
            <a:off x="5619625" y="40329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9" name="Google Shape;539;p33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0" name="Google Shape;540;p33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1" name="Google Shape;541;p33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2" name="Google Shape;542;p33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3" name="Google Shape;543;p33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4" name="Google Shape;544;p33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5" name="Google Shape;545;p33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6" name="Google Shape;546;p33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7" name="Google Shape;547;p33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8" name="Google Shape;548;p33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9" name="Google Shape;549;p33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0" name="Google Shape;550;p33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1" name="Google Shape;551;p33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2" name="Google Shape;552;p33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3" name="Google Shape;553;p33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4" name="Google Shape;554;p33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5" name="Google Shape;555;p33"/>
          <p:cNvSpPr/>
          <p:nvPr/>
        </p:nvSpPr>
        <p:spPr>
          <a:xfrm rot="5400000">
            <a:off x="4788825" y="3261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6" name="Google Shape;556;p33"/>
          <p:cNvSpPr txBox="1"/>
          <p:nvPr/>
        </p:nvSpPr>
        <p:spPr>
          <a:xfrm>
            <a:off x="4814169" y="3333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7" name="Google Shape;557;p33"/>
          <p:cNvSpPr/>
          <p:nvPr/>
        </p:nvSpPr>
        <p:spPr>
          <a:xfrm rot="5400000">
            <a:off x="47888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8" name="Google Shape;558;p33"/>
          <p:cNvSpPr txBox="1"/>
          <p:nvPr/>
        </p:nvSpPr>
        <p:spPr>
          <a:xfrm>
            <a:off x="48141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9 - Table des matières [all]">
  <p:cSld name="99 - Table des matières [all]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"/>
          <p:cNvSpPr txBox="1">
            <a:spLocks noGrp="1"/>
          </p:cNvSpPr>
          <p:nvPr>
            <p:ph type="title"/>
          </p:nvPr>
        </p:nvSpPr>
        <p:spPr>
          <a:xfrm>
            <a:off x="564931" y="360737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1" name="Google Shape;561;p34"/>
          <p:cNvSpPr txBox="1">
            <a:spLocks noGrp="1"/>
          </p:cNvSpPr>
          <p:nvPr>
            <p:ph type="body" idx="1"/>
          </p:nvPr>
        </p:nvSpPr>
        <p:spPr>
          <a:xfrm>
            <a:off x="571500" y="803050"/>
            <a:ext cx="70530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2" name="Google Shape;562;p34"/>
          <p:cNvSpPr txBox="1">
            <a:spLocks noGrp="1"/>
          </p:cNvSpPr>
          <p:nvPr>
            <p:ph type="body" idx="2"/>
          </p:nvPr>
        </p:nvSpPr>
        <p:spPr>
          <a:xfrm>
            <a:off x="7624600" y="803050"/>
            <a:ext cx="10161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7" name="Google Shape;7;p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" name="Google Shape;10;p1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1" name="Google Shape;11;p1"/>
          <p:cNvCxnSpPr>
            <a:stCxn id="12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4" name="Google Shape;14;p1"/>
          <p:cNvCxnSpPr>
            <a:endCxn id="13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1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1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" name="Google Shape;16;p1"/>
          <p:cNvCxnSpPr>
            <a:stCxn id="15" idx="2"/>
            <a:endCxn id="13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6">
          <p15:clr>
            <a:srgbClr val="EA4335"/>
          </p15:clr>
        </p15:guide>
        <p15:guide id="2" pos="2880">
          <p15:clr>
            <a:srgbClr val="EA4335"/>
          </p15:clr>
        </p15:guide>
        <p15:guide id="3" orient="horz" pos="3064">
          <p15:clr>
            <a:srgbClr val="EA4335"/>
          </p15:clr>
        </p15:guide>
        <p15:guide id="4" orient="horz" pos="236">
          <p15:clr>
            <a:srgbClr val="EA4335"/>
          </p15:clr>
        </p15:guide>
        <p15:guide id="5" pos="360">
          <p15:clr>
            <a:srgbClr val="EA4335"/>
          </p15:clr>
        </p15:guide>
        <p15:guide id="6" pos="5403">
          <p15:clr>
            <a:srgbClr val="EA4335"/>
          </p15:clr>
        </p15:guide>
        <p15:guide id="7" orient="horz" pos="515">
          <p15:clr>
            <a:srgbClr val="E46962"/>
          </p15:clr>
        </p15:guide>
        <p15:guide id="8" orient="horz" pos="802">
          <p15:clr>
            <a:srgbClr val="E46962"/>
          </p15:clr>
        </p15:guide>
        <p15:guide id="9" pos="3697">
          <p15:clr>
            <a:srgbClr val="E46962"/>
          </p15:clr>
        </p15:guide>
        <p15:guide id="10" pos="2168">
          <p15:clr>
            <a:srgbClr val="E46962"/>
          </p15:clr>
        </p15:guide>
        <p15:guide id="11" pos="3372">
          <p15:clr>
            <a:srgbClr val="E46962"/>
          </p15:clr>
        </p15:guide>
        <p15:guide id="12" pos="248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dsdLa5pHJ5McWA0KPScw4Op8M0EZXBt4WTyRWLyk_cmQuwMQ/viewfor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cto.atlassian.net/wiki/spaces/OCTO/pages/4945477635/Super+Powered+by+AI" TargetMode="External"/><Relationship Id="rId5" Type="http://schemas.openxmlformats.org/officeDocument/2006/relationships/hyperlink" Target="https://script.google.com/a/octo.com/macros/s/AKfycbxo0URVK9I07kw4xveHGI00WUhzz4coonj0WDNCK_xMTwfpQoiFJGl3QKPKDgNagrDGrA/exec" TargetMode="External"/><Relationship Id="rId4" Type="http://schemas.openxmlformats.org/officeDocument/2006/relationships/hyperlink" Target="https://mattermost.octo.tools/octo/pl/oafybpwsc3bbzdpxuk16gtspty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35"/>
          <p:cNvPicPr preferRelativeResize="0"/>
          <p:nvPr/>
        </p:nvPicPr>
        <p:blipFill rotWithShape="1">
          <a:blip r:embed="rId3">
            <a:alphaModFix/>
          </a:blip>
          <a:srcRect t="7798" b="7807"/>
          <a:stretch/>
        </p:blipFill>
        <p:spPr>
          <a:xfrm>
            <a:off x="-3425" y="0"/>
            <a:ext cx="91440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568" name="Google Shape;568;p35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solidFill>
            <a:srgbClr val="133B9D">
              <a:alpha val="683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9" name="Google Shape;569;p3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entury Gothic"/>
              <a:buNone/>
            </a:pPr>
            <a:fld id="{00000000-1234-1234-1234-123412341234}" type="slidenum">
              <a:rPr lang="en-US" sz="80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1</a:t>
            </a:fld>
            <a:endParaRPr sz="80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70" name="Google Shape;570;p3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entury Gothic"/>
              <a:buNone/>
            </a:pPr>
            <a:fld id="{00000000-1234-1234-1234-123412341234}" type="slidenum">
              <a:rPr lang="en-US" sz="80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1</a:t>
            </a:fld>
            <a:endParaRPr sz="80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cxnSp>
        <p:nvCxnSpPr>
          <p:cNvPr id="571" name="Google Shape;571;p35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2" name="Google Shape;572;p35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3" name="Google Shape;573;p35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574" name="Google Shape;574;p35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5" name="Google Shape;575;p35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76" name="Google Shape;576;p35"/>
            <p:cNvCxnSpPr>
              <a:endCxn id="57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7" name="Google Shape;577;p35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5"/>
            <p:cNvSpPr/>
            <p:nvPr/>
          </p:nvSpPr>
          <p:spPr>
            <a:xfrm rot="-5400561" flipH="1">
              <a:off x="2143273" y="1358460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79" name="Google Shape;579;p35"/>
            <p:cNvCxnSpPr>
              <a:stCxn id="577" idx="2"/>
              <a:endCxn id="57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80" name="Google Shape;580;p35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581" name="Google Shape;581;p35"/>
            <p:cNvCxnSpPr>
              <a:stCxn id="582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3" name="Google Shape;583;p35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4" name="Google Shape;584;p35"/>
            <p:cNvCxnSpPr>
              <a:endCxn id="583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5" name="Google Shape;585;p35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5"/>
            <p:cNvSpPr/>
            <p:nvPr/>
          </p:nvSpPr>
          <p:spPr>
            <a:xfrm rot="-5400570" flipH="1">
              <a:off x="1792271" y="1738695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6" name="Google Shape;586;p35"/>
            <p:cNvCxnSpPr>
              <a:stCxn id="585" idx="2"/>
              <a:endCxn id="583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87" name="Google Shape;587;p35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588" name="Google Shape;588;p35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589" name="Google Shape;589;p35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5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5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2" name="Google Shape;592;p35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93" name="Google Shape;593;p35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sz="60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94" name="Google Shape;594;p35"/>
          <p:cNvSpPr txBox="1">
            <a:spLocks noGrp="1"/>
          </p:cNvSpPr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[REX] IA export PPT</a:t>
            </a:r>
            <a:endParaRPr dirty="0"/>
          </a:p>
        </p:txBody>
      </p:sp>
      <p:sp>
        <p:nvSpPr>
          <p:cNvPr id="595" name="Google Shape;595;p35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 Technology</a:t>
            </a:r>
            <a:endParaRPr sz="10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6" name="Google Shape;596;p35"/>
          <p:cNvSpPr txBox="1">
            <a:spLocks noGrp="1"/>
          </p:cNvSpPr>
          <p:nvPr>
            <p:ph type="subTitle" idx="1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⛱️ L'Été de l'IA</a:t>
            </a:r>
            <a:endParaRPr/>
          </a:p>
        </p:txBody>
      </p:sp>
      <p:sp>
        <p:nvSpPr>
          <p:cNvPr id="597" name="Google Shape;597;p35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08.07.26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8"/>
          <p:cNvSpPr txBox="1">
            <a:spLocks noGrp="1"/>
          </p:cNvSpPr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 menu aujourd’hui</a:t>
            </a:r>
            <a:endParaRPr/>
          </a:p>
        </p:txBody>
      </p:sp>
      <p:sp>
        <p:nvSpPr>
          <p:cNvPr id="640" name="Google Shape;640;p38"/>
          <p:cNvSpPr txBox="1">
            <a:spLocks noGrp="1"/>
          </p:cNvSpPr>
          <p:nvPr>
            <p:ph type="body" idx="1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Contexte</a:t>
            </a:r>
            <a:endParaRPr dirty="0"/>
          </a:p>
        </p:txBody>
      </p:sp>
      <p:sp>
        <p:nvSpPr>
          <p:cNvPr id="641" name="Google Shape;641;p38"/>
          <p:cNvSpPr txBox="1">
            <a:spLocks noGrp="1"/>
          </p:cNvSpPr>
          <p:nvPr>
            <p:ph type="body" idx="2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Enjeux techniques</a:t>
            </a:r>
            <a:endParaRPr dirty="0"/>
          </a:p>
        </p:txBody>
      </p:sp>
      <p:sp>
        <p:nvSpPr>
          <p:cNvPr id="642" name="Google Shape;642;p38"/>
          <p:cNvSpPr txBox="1">
            <a:spLocks noGrp="1"/>
          </p:cNvSpPr>
          <p:nvPr>
            <p:ph type="body" idx="3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Mes difficultés &amp; mes réussites</a:t>
            </a:r>
            <a:endParaRPr dirty="0"/>
          </a:p>
        </p:txBody>
      </p:sp>
      <p:sp>
        <p:nvSpPr>
          <p:cNvPr id="643" name="Google Shape;643;p38"/>
          <p:cNvSpPr txBox="1">
            <a:spLocks noGrp="1"/>
          </p:cNvSpPr>
          <p:nvPr>
            <p:ph type="body" idx="4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Démo</a:t>
            </a:r>
            <a:endParaRPr dirty="0"/>
          </a:p>
        </p:txBody>
      </p:sp>
      <p:sp>
        <p:nvSpPr>
          <p:cNvPr id="644" name="Google Shape;644;p38"/>
          <p:cNvSpPr txBox="1">
            <a:spLocks noGrp="1"/>
          </p:cNvSpPr>
          <p:nvPr>
            <p:ph type="body" idx="5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9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Contexte</a:t>
            </a:r>
            <a:endParaRPr dirty="0"/>
          </a:p>
        </p:txBody>
      </p:sp>
      <p:sp>
        <p:nvSpPr>
          <p:cNvPr id="650" name="Google Shape;650;p39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01</a:t>
            </a:r>
            <a:endParaRPr sz="1700" b="1"/>
          </a:p>
        </p:txBody>
      </p:sp>
      <p:pic>
        <p:nvPicPr>
          <p:cNvPr id="651" name="Google Shape;651;p39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0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Enjeux techniques</a:t>
            </a:r>
            <a:endParaRPr dirty="0"/>
          </a:p>
        </p:txBody>
      </p:sp>
      <p:sp>
        <p:nvSpPr>
          <p:cNvPr id="657" name="Google Shape;657;p40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02</a:t>
            </a:r>
            <a:endParaRPr sz="1700" b="1"/>
          </a:p>
        </p:txBody>
      </p:sp>
      <p:pic>
        <p:nvPicPr>
          <p:cNvPr id="658" name="Google Shape;658;p40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1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Mes difficultés et mes </a:t>
            </a:r>
            <a:r>
              <a:rPr lang="en-US" dirty="0" err="1"/>
              <a:t>réussites</a:t>
            </a:r>
            <a:endParaRPr dirty="0"/>
          </a:p>
        </p:txBody>
      </p:sp>
      <p:sp>
        <p:nvSpPr>
          <p:cNvPr id="664" name="Google Shape;664;p41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03</a:t>
            </a:r>
            <a:endParaRPr sz="1700" b="1"/>
          </a:p>
        </p:txBody>
      </p:sp>
      <p:pic>
        <p:nvPicPr>
          <p:cNvPr id="665" name="Google Shape;665;p41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2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Démo</a:t>
            </a:r>
            <a:endParaRPr dirty="0"/>
          </a:p>
        </p:txBody>
      </p:sp>
      <p:sp>
        <p:nvSpPr>
          <p:cNvPr id="671" name="Google Shape;671;p42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04</a:t>
            </a:r>
            <a:endParaRPr sz="1700" b="1"/>
          </a:p>
        </p:txBody>
      </p:sp>
      <p:pic>
        <p:nvPicPr>
          <p:cNvPr id="672" name="Google Shape;672;p42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>
          <a:extLst>
            <a:ext uri="{FF2B5EF4-FFF2-40B4-BE49-F238E27FC236}">
              <a16:creationId xmlns:a16="http://schemas.microsoft.com/office/drawing/2014/main" id="{402A778D-91CA-F194-BD0C-F4766A1AB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2">
            <a:extLst>
              <a:ext uri="{FF2B5EF4-FFF2-40B4-BE49-F238E27FC236}">
                <a16:creationId xmlns:a16="http://schemas.microsoft.com/office/drawing/2014/main" id="{97B5301F-4B35-7763-F66A-C00136B5EA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671" name="Google Shape;671;p42">
            <a:extLst>
              <a:ext uri="{FF2B5EF4-FFF2-40B4-BE49-F238E27FC236}">
                <a16:creationId xmlns:a16="http://schemas.microsoft.com/office/drawing/2014/main" id="{70543A09-7116-564E-CE5B-02C75FA1CD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 dirty="0"/>
              <a:t>05</a:t>
            </a:r>
            <a:endParaRPr sz="1700" b="1" dirty="0"/>
          </a:p>
        </p:txBody>
      </p:sp>
      <p:pic>
        <p:nvPicPr>
          <p:cNvPr id="672" name="Google Shape;672;p42">
            <a:extLst>
              <a:ext uri="{FF2B5EF4-FFF2-40B4-BE49-F238E27FC236}">
                <a16:creationId xmlns:a16="http://schemas.microsoft.com/office/drawing/2014/main" id="{AA125505-45EF-34F7-2619-B1EC00F4BE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4290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9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793" name="Google Shape;793;p49"/>
          <p:cNvSpPr txBox="1">
            <a:spLocks noGrp="1"/>
          </p:cNvSpPr>
          <p:nvPr>
            <p:ph type="body" idx="1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Pour soumettre de nouveaux REX</a:t>
            </a:r>
            <a:endParaRPr sz="140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Le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GForm est toujours ouvert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Son mail d’accompagnement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Pour naviguer dans les 50+ REX </a:t>
            </a:r>
            <a:endParaRPr sz="140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Le dashboard 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6"/>
              </a:rPr>
              <a:t>La page Confluence de référence, celle de Super Powered by AI </a:t>
            </a:r>
            <a:endParaRPr/>
          </a:p>
        </p:txBody>
      </p:sp>
      <p:sp>
        <p:nvSpPr>
          <p:cNvPr id="794" name="Google Shape;794;p49"/>
          <p:cNvSpPr txBox="1">
            <a:spLocks noGrp="1"/>
          </p:cNvSpPr>
          <p:nvPr>
            <p:ph type="subTitle" idx="2"/>
          </p:nvPr>
        </p:nvSpPr>
        <p:spPr>
          <a:xfrm>
            <a:off x="567950" y="773825"/>
            <a:ext cx="79578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2"/>
          <p:cNvSpPr txBox="1">
            <a:spLocks noGrp="1"/>
          </p:cNvSpPr>
          <p:nvPr>
            <p:ph type="body" idx="1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52"/>
          <p:cNvSpPr txBox="1">
            <a:spLocks noGrp="1"/>
          </p:cNvSpPr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2" name="Google Shape;812;p52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6267125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53"/>
          <p:cNvSpPr txBox="1">
            <a:spLocks noGrp="1"/>
          </p:cNvSpPr>
          <p:nvPr>
            <p:ph type="body" idx="1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53"/>
          <p:cNvSpPr txBox="1">
            <a:spLocks noGrp="1"/>
          </p:cNvSpPr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9" name="Google Shape;819;p53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571500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4"/>
          <p:cNvSpPr txBox="1">
            <a:spLocks noGrp="1"/>
          </p:cNvSpPr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54"/>
          <p:cNvSpPr txBox="1">
            <a:spLocks noGrp="1"/>
          </p:cNvSpPr>
          <p:nvPr>
            <p:ph type="body" idx="1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285750" lvl="0" indent="-190500" algn="l" rtl="0">
              <a:spcBef>
                <a:spcPts val="0"/>
              </a:spcBef>
              <a:spcAft>
                <a:spcPts val="0"/>
              </a:spcAft>
              <a:buSzPts val="1200"/>
              <a:buChar char="๏"/>
            </a:pPr>
            <a:endParaRPr/>
          </a:p>
        </p:txBody>
      </p:sp>
      <p:sp>
        <p:nvSpPr>
          <p:cNvPr id="826" name="Google Shape;826;p54"/>
          <p:cNvSpPr txBox="1">
            <a:spLocks noGrp="1"/>
          </p:cNvSpPr>
          <p:nvPr>
            <p:ph type="body" idx="2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7" name="Google Shape;82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88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55"/>
          <p:cNvSpPr txBox="1">
            <a:spLocks noGrp="1"/>
          </p:cNvSpPr>
          <p:nvPr>
            <p:ph type="body" idx="2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55"/>
          <p:cNvSpPr txBox="1">
            <a:spLocks noGrp="1"/>
          </p:cNvSpPr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55"/>
          <p:cNvSpPr txBox="1">
            <a:spLocks noGrp="1"/>
          </p:cNvSpPr>
          <p:nvPr>
            <p:ph type="body" idx="1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5" name="Google Shape;83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5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6"/>
          <p:cNvSpPr txBox="1"/>
          <p:nvPr/>
        </p:nvSpPr>
        <p:spPr>
          <a:xfrm>
            <a:off x="4379600" y="2101500"/>
            <a:ext cx="35649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 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slide Chapitre (sl.50)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841" name="Google Shape;841;p56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57"/>
          <p:cNvSpPr txBox="1"/>
          <p:nvPr/>
        </p:nvSpPr>
        <p:spPr>
          <a:xfrm>
            <a:off x="4684400" y="2101500"/>
            <a:ext cx="35649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 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slide Chapitre (sl. 51)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847" name="Google Shape;847;p57"/>
          <p:cNvPicPr preferRelativeResize="0"/>
          <p:nvPr/>
        </p:nvPicPr>
        <p:blipFill rotWithShape="1">
          <a:blip r:embed="rId3">
            <a:alphaModFix/>
          </a:blip>
          <a:srcRect l="2310" t="671" r="1850" b="661"/>
          <a:stretch/>
        </p:blipFill>
        <p:spPr>
          <a:xfrm>
            <a:off x="841250" y="817575"/>
            <a:ext cx="3652500" cy="3811500"/>
          </a:xfrm>
          <a:prstGeom prst="round2DiagRect">
            <a:avLst>
              <a:gd name="adj1" fmla="val 0"/>
              <a:gd name="adj2" fmla="val 1598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88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  <p:pic>
        <p:nvPicPr>
          <p:cNvPr id="853" name="Google Shape;85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5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  <p:sp>
        <p:nvSpPr>
          <p:cNvPr id="854" name="Google Shape;854;p58"/>
          <p:cNvSpPr txBox="1"/>
          <p:nvPr/>
        </p:nvSpPr>
        <p:spPr>
          <a:xfrm>
            <a:off x="2013700" y="2380900"/>
            <a:ext cx="47664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 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slide Titre,contenu, bloc conclu (sl.65, 66, 69, 70)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9" name="Google Shape;859;p59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6267125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  <p:sp>
        <p:nvSpPr>
          <p:cNvPr id="860" name="Google Shape;860;p59"/>
          <p:cNvSpPr txBox="1"/>
          <p:nvPr/>
        </p:nvSpPr>
        <p:spPr>
          <a:xfrm>
            <a:off x="3366762" y="549225"/>
            <a:ext cx="2709600" cy="31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le slide Titre, sous titre, contenu et cadre blanc (sl. 63, 64, 67, 68)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861" name="Google Shape;861;p59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571500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026 - OCTO">
  <a:themeElements>
    <a:clrScheme name="Custom">
      <a:dk1>
        <a:srgbClr val="0E2356"/>
      </a:dk1>
      <a:lt1>
        <a:srgbClr val="FFFFFF"/>
      </a:lt1>
      <a:dk2>
        <a:srgbClr val="3E4F78"/>
      </a:dk2>
      <a:lt2>
        <a:srgbClr val="586586"/>
      </a:lt2>
      <a:accent1>
        <a:srgbClr val="6E7B9A"/>
      </a:accent1>
      <a:accent2>
        <a:srgbClr val="9FA7BB"/>
      </a:accent2>
      <a:accent3>
        <a:srgbClr val="00D2DD"/>
      </a:accent3>
      <a:accent4>
        <a:srgbClr val="B7BDCC"/>
      </a:accent4>
      <a:accent5>
        <a:srgbClr val="CFD3DD"/>
      </a:accent5>
      <a:accent6>
        <a:srgbClr val="E7E9EE"/>
      </a:accent6>
      <a:hlink>
        <a:srgbClr val="33B5CB"/>
      </a:hlink>
      <a:folHlink>
        <a:srgbClr val="33B5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Custom">
      <a:dk1>
        <a:srgbClr val="0E2356"/>
      </a:dk1>
      <a:lt1>
        <a:srgbClr val="FFFFFF"/>
      </a:lt1>
      <a:dk2>
        <a:srgbClr val="566589"/>
      </a:dk2>
      <a:lt2>
        <a:srgbClr val="8691AA"/>
      </a:lt2>
      <a:accent1>
        <a:srgbClr val="B7BDCC"/>
      </a:accent1>
      <a:accent2>
        <a:srgbClr val="ECEDF3"/>
      </a:accent2>
      <a:accent3>
        <a:srgbClr val="DDF4F8"/>
      </a:accent3>
      <a:accent4>
        <a:srgbClr val="B6E8F0"/>
      </a:accent4>
      <a:accent5>
        <a:srgbClr val="80D7E5"/>
      </a:accent5>
      <a:accent6>
        <a:srgbClr val="00AFCB"/>
      </a:accent6>
      <a:hlink>
        <a:srgbClr val="26BBD3"/>
      </a:hlink>
      <a:folHlink>
        <a:srgbClr val="26BB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332</Words>
  <Application>Microsoft Office PowerPoint</Application>
  <PresentationFormat>On-screen Show (16:9)</PresentationFormat>
  <Paragraphs>38</Paragraphs>
  <Slides>17</Slides>
  <Notes>17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Outfit Light</vt:lpstr>
      <vt:lpstr>Century Gothic</vt:lpstr>
      <vt:lpstr>Outfit</vt:lpstr>
      <vt:lpstr>Outfit Medium</vt:lpstr>
      <vt:lpstr>Outfit SemiBold</vt:lpstr>
      <vt:lpstr>Arial</vt:lpstr>
      <vt:lpstr>2026 - OCTO</vt:lpstr>
      <vt:lpstr>[REX] IA export PPT</vt:lpstr>
      <vt:lpstr>Au menu aujourd’hui</vt:lpstr>
      <vt:lpstr>Contexte</vt:lpstr>
      <vt:lpstr>Enjeux techniques</vt:lpstr>
      <vt:lpstr>Mes difficultés et mes réussites</vt:lpstr>
      <vt:lpstr>Démo</vt:lpstr>
      <vt:lpstr>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Camus, Claude</dc:creator>
  <cp:lastModifiedBy>Camus, Claude</cp:lastModifiedBy>
  <cp:revision>1</cp:revision>
  <dcterms:modified xsi:type="dcterms:W3CDTF">2026-07-07T12:48:22Z</dcterms:modified>
</cp:coreProperties>
</file>